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2_5AECC6A7.xml" ContentType="application/vnd.ms-powerpoint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73" r:id="rId6"/>
    <p:sldId id="257" r:id="rId7"/>
    <p:sldId id="258" r:id="rId8"/>
    <p:sldId id="259" r:id="rId9"/>
    <p:sldId id="260" r:id="rId10"/>
    <p:sldId id="277" r:id="rId11"/>
    <p:sldId id="261" r:id="rId12"/>
    <p:sldId id="270" r:id="rId13"/>
    <p:sldId id="274" r:id="rId14"/>
    <p:sldId id="262" r:id="rId15"/>
    <p:sldId id="263" r:id="rId16"/>
    <p:sldId id="272" r:id="rId17"/>
    <p:sldId id="264" r:id="rId18"/>
    <p:sldId id="26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16B49ED-45E2-E3E4-2BCE-47585C7C751F}" name="Belterman, Nick (225538)" initials="BN" userId="S::225538@buas.nl::d490c702-97a7-457d-9cff-33e121819a8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43B7A1-8154-08F4-C839-33916A4747AD}" v="279" dt="2025-10-30T15:56:33.915"/>
    <p1510:client id="{2242B1F7-5DBF-925A-A595-427E23A8AEB9}" v="15" dt="2025-10-29T13:18:37.052"/>
    <p1510:client id="{387DCD6E-1B88-428C-B8BA-20BBF3296C6A}" v="7" dt="2025-10-29T14:11:43.203"/>
    <p1510:client id="{6D181B30-6E0C-33A0-3DDC-D70183A67D07}" v="72" dt="2025-10-29T14:09:47.745"/>
    <p1510:client id="{7C0E1DB7-AAB5-2C01-283F-2CE6DCBDD219}" v="12" dt="2025-10-30T19:32:02.722"/>
    <p1510:client id="{88AF6AAA-A695-AF2C-47F6-23CA3451B2F4}" v="12" dt="2025-10-30T16:55:08.352"/>
    <p1510:client id="{CC808439-4E33-8BBB-A60B-6DDEEB699A5B}" v="42" dt="2025-10-31T10:09:18.505"/>
    <p1510:client id="{E911D28B-5875-4EB1-A9BC-081A99FFEAE4}" v="1" dt="2025-10-31T10:15:05.343"/>
    <p1510:client id="{FF41A086-A462-CF6F-CC11-C8CD74490767}" v="261" dt="2025-10-30T16:38:53.4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7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edubuas-my.sharepoint.com/personal/242817_buas_nl/Documents/Emotion%20pipeline%20Presentaiton_ColumnClustered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95" b="1" i="0" u="none" strike="noStrike" kern="1200" cap="all" spc="10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Emotion 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95" b="1" i="0" u="none" strike="noStrike" kern="1200" cap="all" spc="100" normalizeH="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lt1"/>
            </a:solidFill>
            <a:ln w="19050">
              <a:solidFill>
                <a:schemeClr val="accent1"/>
              </a:solidFill>
            </a:ln>
            <a:effectLst/>
          </c:spPr>
          <c:dPt>
            <c:idx val="0"/>
            <c:bubble3D val="0"/>
            <c:spPr>
              <a:solidFill>
                <a:schemeClr val="lt1"/>
              </a:solidFill>
              <a:ln w="19050">
                <a:solidFill>
                  <a:schemeClr val="accen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lt1"/>
              </a:solidFill>
              <a:ln w="19050">
                <a:solidFill>
                  <a:schemeClr val="accen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lt1"/>
              </a:solidFill>
              <a:ln w="19050">
                <a:solidFill>
                  <a:schemeClr val="accen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lt1"/>
              </a:solidFill>
              <a:ln w="19050">
                <a:solidFill>
                  <a:schemeClr val="accen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lt1"/>
              </a:solidFill>
              <a:ln w="19050">
                <a:solidFill>
                  <a:schemeClr val="accen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lt1"/>
              </a:solidFill>
              <a:ln w="19050">
                <a:solidFill>
                  <a:schemeClr val="accen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lt1"/>
              </a:solidFill>
              <a:ln w="19050">
                <a:solidFill>
                  <a:schemeClr val="accen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neutral</c:v>
                </c:pt>
                <c:pt idx="1">
                  <c:v>sadness</c:v>
                </c:pt>
                <c:pt idx="2">
                  <c:v>fear</c:v>
                </c:pt>
                <c:pt idx="3">
                  <c:v>happiness</c:v>
                </c:pt>
                <c:pt idx="4">
                  <c:v>disgust</c:v>
                </c:pt>
                <c:pt idx="5">
                  <c:v>surprise</c:v>
                </c:pt>
                <c:pt idx="6">
                  <c:v>anger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38</c:v>
                </c:pt>
                <c:pt idx="1">
                  <c:v>12</c:v>
                </c:pt>
                <c:pt idx="2">
                  <c:v>5.7</c:v>
                </c:pt>
                <c:pt idx="3">
                  <c:v>27</c:v>
                </c:pt>
                <c:pt idx="4">
                  <c:v>5</c:v>
                </c:pt>
                <c:pt idx="5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EE-4223-AB78-CF7FD7AFD54D}"/>
            </c:ext>
          </c:extLst>
        </c:ser>
        <c:dLbls>
          <c:dLblPos val="inEnd"/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/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WER</a:t>
            </a:r>
            <a:r>
              <a:rPr lang="en-US" baseline="0" dirty="0"/>
              <a:t> score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assemblyAI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0.00%</c:formatCode>
                <c:ptCount val="1"/>
                <c:pt idx="0">
                  <c:v>2.4899999999999999E-2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7E-4761-8E88-A3D3BF392F7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Whisper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0.00%</c:formatCode>
                <c:ptCount val="1"/>
                <c:pt idx="0">
                  <c:v>0.254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D7E-4761-8E88-A3D3BF392F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4397055"/>
        <c:axId val="24398495"/>
      </c:barChart>
      <c:catAx>
        <c:axId val="243970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398495"/>
        <c:crosses val="autoZero"/>
        <c:auto val="1"/>
        <c:lblAlgn val="ctr"/>
        <c:lblOffset val="100"/>
        <c:noMultiLvlLbl val="0"/>
      </c:catAx>
      <c:valAx>
        <c:axId val="243984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3970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0">
  <cs:axisTitle>
    <cs:lnRef idx="0"/>
    <cs:fillRef idx="0"/>
    <cs:effectRef idx="0"/>
    <cs:fontRef idx="minor">
      <a:schemeClr val="lt1"/>
    </cs:fontRef>
    <cs:defRPr sz="1197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1064" kern="1200" cap="all" spc="150" normalizeH="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330" kern="1200"/>
  </cs:chartArea>
  <cs:dataLabel>
    <cs:lnRef idx="0">
      <cs:styleClr val="0"/>
    </cs:lnRef>
    <cs:fillRef idx="0"/>
    <cs:effectRef idx="0"/>
    <cs:fontRef idx="minor">
      <cs:styleClr val="0"/>
    </cs:fontRef>
    <cs:defRPr sz="1197" b="1" kern="1200"/>
  </cs:dataLabel>
  <cs:dataLabelCallout>
    <cs:lnRef idx="0">
      <cs:styleClr val="0"/>
    </cs:lnRef>
    <cs:fillRef idx="0"/>
    <cs:effectRef idx="0"/>
    <cs:fontRef idx="minor">
      <cs:styleClr val="0"/>
    </cs:fontRef>
    <cs:spPr>
      <a:solidFill>
        <a:schemeClr val="lt1"/>
      </a:solidFill>
      <a:ln>
        <a:solidFill>
          <a:schemeClr val="phClr"/>
        </a:solidFill>
      </a:ln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0"/>
    </cs:lnRef>
    <cs:fillRef idx="0"/>
    <cs:effectRef idx="0"/>
    <cs:fontRef idx="minor">
      <a:schemeClr val="dk1"/>
    </cs:fontRef>
    <cs:spPr>
      <a:solidFill>
        <a:schemeClr val="lt1"/>
      </a:solidFill>
      <a:ln w="19050"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1197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1197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995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1197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102_5AECC6A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09C976-44C3-4759-B1E2-9F3F359079FD}" authorId="{816B49ED-45E2-E3E4-2BCE-47585C7C751F}" created="2025-10-29T13:18:16.712">
    <pc:sldMkLst xmlns:pc="http://schemas.microsoft.com/office/powerpoint/2013/main/command">
      <pc:docMk/>
      <pc:sldMk cId="1525466791" sldId="258"/>
    </pc:sldMkLst>
    <p188:txBody>
      <a:bodyPr/>
      <a:lstStyle/>
      <a:p>
        <a:r>
          <a:rPr lang="en-US"/>
          <a:t>We are missing the distribution of classes </a:t>
        </a:r>
      </a:p>
    </p188:txBody>
  </p188:cm>
</p188:cmLst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21.svg"/><Relationship Id="rId4" Type="http://schemas.openxmlformats.org/officeDocument/2006/relationships/image" Target="../media/image17.svg"/><Relationship Id="rId9" Type="http://schemas.openxmlformats.org/officeDocument/2006/relationships/image" Target="../media/image20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12.png"/><Relationship Id="rId7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3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21.svg"/><Relationship Id="rId4" Type="http://schemas.openxmlformats.org/officeDocument/2006/relationships/image" Target="../media/image17.svg"/><Relationship Id="rId9" Type="http://schemas.openxmlformats.org/officeDocument/2006/relationships/image" Target="../media/image20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12.png"/><Relationship Id="rId7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3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CF7AC2-B693-4EAF-9B8A-EE39054A723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AE74077-5A6A-454C-83EA-36D132BBFBAD}">
      <dgm:prSet/>
      <dgm:spPr/>
      <dgm:t>
        <a:bodyPr/>
        <a:lstStyle/>
        <a:p>
          <a:pPr>
            <a:lnSpc>
              <a:spcPct val="100000"/>
            </a:lnSpc>
          </a:pPr>
          <a:r>
            <a:rPr lang="nl-NL"/>
            <a:t>Emotion analysis</a:t>
          </a:r>
          <a:endParaRPr lang="en-US"/>
        </a:p>
      </dgm:t>
    </dgm:pt>
    <dgm:pt modelId="{0138523F-3AB0-47E3-8892-D73A5AC05A88}" type="parTrans" cxnId="{223FCFC4-939A-4361-BADC-56E55ACEBB6E}">
      <dgm:prSet/>
      <dgm:spPr/>
      <dgm:t>
        <a:bodyPr/>
        <a:lstStyle/>
        <a:p>
          <a:endParaRPr lang="en-US"/>
        </a:p>
      </dgm:t>
    </dgm:pt>
    <dgm:pt modelId="{70484FD6-9B52-46EC-9742-D60AFE05F4D1}" type="sibTrans" cxnId="{223FCFC4-939A-4361-BADC-56E55ACEBB6E}">
      <dgm:prSet/>
      <dgm:spPr/>
      <dgm:t>
        <a:bodyPr/>
        <a:lstStyle/>
        <a:p>
          <a:endParaRPr lang="en-US"/>
        </a:p>
      </dgm:t>
    </dgm:pt>
    <dgm:pt modelId="{E5F405F3-69CF-4118-90E8-1F81FC3A837E}">
      <dgm:prSet/>
      <dgm:spPr/>
      <dgm:t>
        <a:bodyPr/>
        <a:lstStyle/>
        <a:p>
          <a:pPr>
            <a:lnSpc>
              <a:spcPct val="100000"/>
            </a:lnSpc>
          </a:pPr>
          <a:r>
            <a:rPr lang="nl-NL"/>
            <a:t>Go emotions (58k samples)</a:t>
          </a:r>
          <a:endParaRPr lang="en-US"/>
        </a:p>
      </dgm:t>
    </dgm:pt>
    <dgm:pt modelId="{B9326049-347F-4CAE-936D-5AFB8F557879}" type="parTrans" cxnId="{45931249-1EC0-4B6F-AEC0-8C9B0421E1C1}">
      <dgm:prSet/>
      <dgm:spPr/>
      <dgm:t>
        <a:bodyPr/>
        <a:lstStyle/>
        <a:p>
          <a:endParaRPr lang="en-US"/>
        </a:p>
      </dgm:t>
    </dgm:pt>
    <dgm:pt modelId="{9BE8766E-2C75-429D-B19E-D16F0ECD37ED}" type="sibTrans" cxnId="{45931249-1EC0-4B6F-AEC0-8C9B0421E1C1}">
      <dgm:prSet/>
      <dgm:spPr/>
      <dgm:t>
        <a:bodyPr/>
        <a:lstStyle/>
        <a:p>
          <a:endParaRPr lang="en-US"/>
        </a:p>
      </dgm:t>
    </dgm:pt>
    <dgm:pt modelId="{AE32D9A7-ABB2-4330-BB8E-1C06AE20EFAC}">
      <dgm:prSet/>
      <dgm:spPr/>
      <dgm:t>
        <a:bodyPr/>
        <a:lstStyle/>
        <a:p>
          <a:pPr>
            <a:lnSpc>
              <a:spcPct val="100000"/>
            </a:lnSpc>
          </a:pPr>
          <a:r>
            <a:rPr lang="nl-NL"/>
            <a:t>Machine translation</a:t>
          </a:r>
          <a:endParaRPr lang="en-US"/>
        </a:p>
      </dgm:t>
    </dgm:pt>
    <dgm:pt modelId="{976CE4B4-DB5D-40B5-8C5E-5A26F4FEED2F}" type="parTrans" cxnId="{AE542006-089D-4181-A227-A69C825ECD8E}">
      <dgm:prSet/>
      <dgm:spPr/>
      <dgm:t>
        <a:bodyPr/>
        <a:lstStyle/>
        <a:p>
          <a:endParaRPr lang="en-US"/>
        </a:p>
      </dgm:t>
    </dgm:pt>
    <dgm:pt modelId="{FEEFFEB9-056E-4FB5-9E5C-3F6BCA38FDD8}" type="sibTrans" cxnId="{AE542006-089D-4181-A227-A69C825ECD8E}">
      <dgm:prSet/>
      <dgm:spPr/>
      <dgm:t>
        <a:bodyPr/>
        <a:lstStyle/>
        <a:p>
          <a:endParaRPr lang="en-US"/>
        </a:p>
      </dgm:t>
    </dgm:pt>
    <dgm:pt modelId="{C98B9F88-EA87-4A91-A563-E1BCCE695885}">
      <dgm:prSet/>
      <dgm:spPr/>
      <dgm:t>
        <a:bodyPr/>
        <a:lstStyle/>
        <a:p>
          <a:pPr>
            <a:lnSpc>
              <a:spcPct val="100000"/>
            </a:lnSpc>
          </a:pPr>
          <a:r>
            <a:rPr lang="nl-NL"/>
            <a:t>Open subtitles NL - EN</a:t>
          </a:r>
          <a:endParaRPr lang="en-US"/>
        </a:p>
      </dgm:t>
    </dgm:pt>
    <dgm:pt modelId="{B733AD97-AE92-4F68-AD4C-BAD85E5F8292}" type="parTrans" cxnId="{FD1F124A-4B5E-43D6-8396-2C42657FFA61}">
      <dgm:prSet/>
      <dgm:spPr/>
      <dgm:t>
        <a:bodyPr/>
        <a:lstStyle/>
        <a:p>
          <a:endParaRPr lang="en-US"/>
        </a:p>
      </dgm:t>
    </dgm:pt>
    <dgm:pt modelId="{3BEF58F8-5068-42EC-ABE0-9B8A99D9223F}" type="sibTrans" cxnId="{FD1F124A-4B5E-43D6-8396-2C42657FFA61}">
      <dgm:prSet/>
      <dgm:spPr/>
      <dgm:t>
        <a:bodyPr/>
        <a:lstStyle/>
        <a:p>
          <a:endParaRPr lang="en-US"/>
        </a:p>
      </dgm:t>
    </dgm:pt>
    <dgm:pt modelId="{0034FD46-B14E-4008-8197-A9A727076DEB}">
      <dgm:prSet/>
      <dgm:spPr/>
      <dgm:t>
        <a:bodyPr/>
        <a:lstStyle/>
        <a:p>
          <a:pPr>
            <a:lnSpc>
              <a:spcPct val="100000"/>
            </a:lnSpc>
          </a:pPr>
          <a:r>
            <a:rPr lang="nl-NL"/>
            <a:t>200k sentences</a:t>
          </a:r>
          <a:endParaRPr lang="en-US"/>
        </a:p>
      </dgm:t>
    </dgm:pt>
    <dgm:pt modelId="{A1DDF96C-AC9B-45E9-909E-1D37D414BA11}" type="parTrans" cxnId="{EEC42159-4006-4AFB-B50E-C26042F1BB71}">
      <dgm:prSet/>
      <dgm:spPr/>
      <dgm:t>
        <a:bodyPr/>
        <a:lstStyle/>
        <a:p>
          <a:endParaRPr lang="en-US"/>
        </a:p>
      </dgm:t>
    </dgm:pt>
    <dgm:pt modelId="{86880B25-9291-4709-BB91-96AFBBBCBB55}" type="sibTrans" cxnId="{EEC42159-4006-4AFB-B50E-C26042F1BB71}">
      <dgm:prSet/>
      <dgm:spPr/>
      <dgm:t>
        <a:bodyPr/>
        <a:lstStyle/>
        <a:p>
          <a:endParaRPr lang="en-US"/>
        </a:p>
      </dgm:t>
    </dgm:pt>
    <dgm:pt modelId="{103ED634-EFAC-4DAD-BD38-AA3D83F3C830}">
      <dgm:prSet/>
      <dgm:spPr/>
      <dgm:t>
        <a:bodyPr/>
        <a:lstStyle/>
        <a:p>
          <a:pPr>
            <a:lnSpc>
              <a:spcPct val="100000"/>
            </a:lnSpc>
          </a:pPr>
          <a:r>
            <a:rPr lang="nl-NL"/>
            <a:t>Problems</a:t>
          </a:r>
          <a:endParaRPr lang="en-US"/>
        </a:p>
      </dgm:t>
    </dgm:pt>
    <dgm:pt modelId="{CD384573-AACA-4718-98E8-3657DA2FB93B}" type="parTrans" cxnId="{DD1678CF-E620-480A-806E-6F759914B72E}">
      <dgm:prSet/>
      <dgm:spPr/>
      <dgm:t>
        <a:bodyPr/>
        <a:lstStyle/>
        <a:p>
          <a:endParaRPr lang="en-US"/>
        </a:p>
      </dgm:t>
    </dgm:pt>
    <dgm:pt modelId="{83F0C547-4242-4E7B-BFCF-D8322367686F}" type="sibTrans" cxnId="{DD1678CF-E620-480A-806E-6F759914B72E}">
      <dgm:prSet/>
      <dgm:spPr/>
      <dgm:t>
        <a:bodyPr/>
        <a:lstStyle/>
        <a:p>
          <a:endParaRPr lang="en-US"/>
        </a:p>
      </dgm:t>
    </dgm:pt>
    <dgm:pt modelId="{54A2CFB5-1760-4517-97CA-A5B0EFE17B97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entury Schoolbook" panose="02040604050505020304"/>
            </a:rPr>
            <a:t>Additional data added</a:t>
          </a:r>
        </a:p>
      </dgm:t>
    </dgm:pt>
    <dgm:pt modelId="{93AE4536-94FF-4693-A2AC-282D82FC5A8F}" type="parTrans" cxnId="{598C5206-B472-4CA0-A36B-1B6FC5D3D89E}">
      <dgm:prSet/>
      <dgm:spPr/>
      <dgm:t>
        <a:bodyPr/>
        <a:lstStyle/>
        <a:p>
          <a:endParaRPr lang="en-US"/>
        </a:p>
      </dgm:t>
    </dgm:pt>
    <dgm:pt modelId="{124097A3-EFEB-49F4-AFBF-01BC820378FC}" type="sibTrans" cxnId="{598C5206-B472-4CA0-A36B-1B6FC5D3D89E}">
      <dgm:prSet/>
      <dgm:spPr/>
      <dgm:t>
        <a:bodyPr/>
        <a:lstStyle/>
        <a:p>
          <a:endParaRPr lang="en-US"/>
        </a:p>
      </dgm:t>
    </dgm:pt>
    <dgm:pt modelId="{B3764324-48B6-4954-B59D-ED87906E6E40}">
      <dgm:prSet phldr="0"/>
      <dgm:spPr/>
      <dgm:t>
        <a:bodyPr/>
        <a:lstStyle/>
        <a:p>
          <a:pPr rtl="0">
            <a:lnSpc>
              <a:spcPct val="100000"/>
            </a:lnSpc>
          </a:pPr>
          <a:r>
            <a:rPr lang="nl-NL">
              <a:latin typeface="Century Schoolbook" panose="02040604050505020304"/>
            </a:rPr>
            <a:t>Test data</a:t>
          </a:r>
        </a:p>
      </dgm:t>
    </dgm:pt>
    <dgm:pt modelId="{00FCE382-F4EB-4E67-852D-6E4DFDFC87DB}" type="parTrans" cxnId="{99292A76-C58B-419F-A724-6ED3774F36ED}">
      <dgm:prSet/>
      <dgm:spPr/>
      <dgm:t>
        <a:bodyPr/>
        <a:lstStyle/>
        <a:p>
          <a:endParaRPr lang="en-US"/>
        </a:p>
      </dgm:t>
    </dgm:pt>
    <dgm:pt modelId="{FCC1BBA6-C412-4F30-9F9C-22DFAF06AF5D}" type="sibTrans" cxnId="{99292A76-C58B-419F-A724-6ED3774F36ED}">
      <dgm:prSet/>
      <dgm:spPr/>
      <dgm:t>
        <a:bodyPr/>
        <a:lstStyle/>
        <a:p>
          <a:endParaRPr lang="en-US"/>
        </a:p>
      </dgm:t>
    </dgm:pt>
    <dgm:pt modelId="{25294331-00D8-466A-A5FB-AE508644205F}" type="pres">
      <dgm:prSet presAssocID="{1ECF7AC2-B693-4EAF-9B8A-EE39054A7238}" presName="root" presStyleCnt="0">
        <dgm:presLayoutVars>
          <dgm:dir/>
          <dgm:resizeHandles val="exact"/>
        </dgm:presLayoutVars>
      </dgm:prSet>
      <dgm:spPr/>
    </dgm:pt>
    <dgm:pt modelId="{DE92261F-3329-4083-96AA-00D7034F0874}" type="pres">
      <dgm:prSet presAssocID="{7AE74077-5A6A-454C-83EA-36D132BBFBAD}" presName="compNode" presStyleCnt="0"/>
      <dgm:spPr/>
    </dgm:pt>
    <dgm:pt modelId="{1CF95C83-80E2-4B31-8758-B729FC83854D}" type="pres">
      <dgm:prSet presAssocID="{7AE74077-5A6A-454C-83EA-36D132BBFBAD}" presName="bgRect" presStyleLbl="bgShp" presStyleIdx="0" presStyleCnt="8"/>
      <dgm:spPr/>
    </dgm:pt>
    <dgm:pt modelId="{B5883D8F-8D34-48FE-B26F-3FCC72A3A09A}" type="pres">
      <dgm:prSet presAssocID="{7AE74077-5A6A-454C-83EA-36D132BBFBAD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1ADE1761-D559-4CD8-8377-1E0F0999E802}" type="pres">
      <dgm:prSet presAssocID="{7AE74077-5A6A-454C-83EA-36D132BBFBAD}" presName="spaceRect" presStyleCnt="0"/>
      <dgm:spPr/>
    </dgm:pt>
    <dgm:pt modelId="{44AF70D9-F32B-4B76-9584-6029556B1DE5}" type="pres">
      <dgm:prSet presAssocID="{7AE74077-5A6A-454C-83EA-36D132BBFBAD}" presName="parTx" presStyleLbl="revTx" presStyleIdx="0" presStyleCnt="8">
        <dgm:presLayoutVars>
          <dgm:chMax val="0"/>
          <dgm:chPref val="0"/>
        </dgm:presLayoutVars>
      </dgm:prSet>
      <dgm:spPr/>
    </dgm:pt>
    <dgm:pt modelId="{55412AA8-BD85-49E7-B4BD-723AAAEDB9FF}" type="pres">
      <dgm:prSet presAssocID="{70484FD6-9B52-46EC-9742-D60AFE05F4D1}" presName="sibTrans" presStyleCnt="0"/>
      <dgm:spPr/>
    </dgm:pt>
    <dgm:pt modelId="{CE4D2EDC-5AD2-438C-AB0A-B7860D2B1D29}" type="pres">
      <dgm:prSet presAssocID="{E5F405F3-69CF-4118-90E8-1F81FC3A837E}" presName="compNode" presStyleCnt="0"/>
      <dgm:spPr/>
    </dgm:pt>
    <dgm:pt modelId="{1F3C5140-6B74-493D-AAF2-09457E41EA02}" type="pres">
      <dgm:prSet presAssocID="{E5F405F3-69CF-4118-90E8-1F81FC3A837E}" presName="bgRect" presStyleLbl="bgShp" presStyleIdx="1" presStyleCnt="8"/>
      <dgm:spPr/>
    </dgm:pt>
    <dgm:pt modelId="{D179D5BD-709B-4AA3-84AA-233D6698D429}" type="pres">
      <dgm:prSet presAssocID="{E5F405F3-69CF-4118-90E8-1F81FC3A837E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ngel Face with Solid Fill"/>
        </a:ext>
      </dgm:extLst>
    </dgm:pt>
    <dgm:pt modelId="{D40BADD4-68F8-47F2-8261-3D95D7881925}" type="pres">
      <dgm:prSet presAssocID="{E5F405F3-69CF-4118-90E8-1F81FC3A837E}" presName="spaceRect" presStyleCnt="0"/>
      <dgm:spPr/>
    </dgm:pt>
    <dgm:pt modelId="{3928CC23-7F6B-4ED2-B84C-714DA96810CE}" type="pres">
      <dgm:prSet presAssocID="{E5F405F3-69CF-4118-90E8-1F81FC3A837E}" presName="parTx" presStyleLbl="revTx" presStyleIdx="1" presStyleCnt="8">
        <dgm:presLayoutVars>
          <dgm:chMax val="0"/>
          <dgm:chPref val="0"/>
        </dgm:presLayoutVars>
      </dgm:prSet>
      <dgm:spPr/>
    </dgm:pt>
    <dgm:pt modelId="{A13D0C80-FE96-4C58-9A7E-20A14B5DC5B0}" type="pres">
      <dgm:prSet presAssocID="{9BE8766E-2C75-429D-B19E-D16F0ECD37ED}" presName="sibTrans" presStyleCnt="0"/>
      <dgm:spPr/>
    </dgm:pt>
    <dgm:pt modelId="{352E1634-18DF-4956-B434-E3AEF997EA87}" type="pres">
      <dgm:prSet presAssocID="{54A2CFB5-1760-4517-97CA-A5B0EFE17B97}" presName="compNode" presStyleCnt="0"/>
      <dgm:spPr/>
    </dgm:pt>
    <dgm:pt modelId="{CF38D8CC-38A0-44A2-B1B0-FFB297AF861F}" type="pres">
      <dgm:prSet presAssocID="{54A2CFB5-1760-4517-97CA-A5B0EFE17B97}" presName="bgRect" presStyleLbl="bgShp" presStyleIdx="2" presStyleCnt="8"/>
      <dgm:spPr/>
    </dgm:pt>
    <dgm:pt modelId="{5A3A358F-2ABC-4D47-892A-DFEE5A9E28C4}" type="pres">
      <dgm:prSet presAssocID="{54A2CFB5-1760-4517-97CA-A5B0EFE17B97}" presName="iconRect" presStyleLbl="node1" presStyleIdx="2" presStyleCnt="8"/>
      <dgm:spPr/>
    </dgm:pt>
    <dgm:pt modelId="{F7871D56-0806-4A4E-81F8-5FD362245464}" type="pres">
      <dgm:prSet presAssocID="{54A2CFB5-1760-4517-97CA-A5B0EFE17B97}" presName="spaceRect" presStyleCnt="0"/>
      <dgm:spPr/>
    </dgm:pt>
    <dgm:pt modelId="{E5FE550E-8CEC-4F14-88F5-424C54E1C7C6}" type="pres">
      <dgm:prSet presAssocID="{54A2CFB5-1760-4517-97CA-A5B0EFE17B97}" presName="parTx" presStyleLbl="revTx" presStyleIdx="2" presStyleCnt="8">
        <dgm:presLayoutVars>
          <dgm:chMax val="0"/>
          <dgm:chPref val="0"/>
        </dgm:presLayoutVars>
      </dgm:prSet>
      <dgm:spPr/>
    </dgm:pt>
    <dgm:pt modelId="{95AC71AD-9AD2-40E7-9E32-1ADBFA914365}" type="pres">
      <dgm:prSet presAssocID="{124097A3-EFEB-49F4-AFBF-01BC820378FC}" presName="sibTrans" presStyleCnt="0"/>
      <dgm:spPr/>
    </dgm:pt>
    <dgm:pt modelId="{03DE51FC-E74E-47CE-8F31-60EFE8271706}" type="pres">
      <dgm:prSet presAssocID="{AE32D9A7-ABB2-4330-BB8E-1C06AE20EFAC}" presName="compNode" presStyleCnt="0"/>
      <dgm:spPr/>
    </dgm:pt>
    <dgm:pt modelId="{9B8D6229-FE49-4DB4-9FB3-F75E1DADCB77}" type="pres">
      <dgm:prSet presAssocID="{AE32D9A7-ABB2-4330-BB8E-1C06AE20EFAC}" presName="bgRect" presStyleLbl="bgShp" presStyleIdx="3" presStyleCnt="8"/>
      <dgm:spPr/>
    </dgm:pt>
    <dgm:pt modelId="{2C01C7A0-56BC-4CF2-B3FF-8B080AD3E6B8}" type="pres">
      <dgm:prSet presAssocID="{AE32D9A7-ABB2-4330-BB8E-1C06AE20EFAC}" presName="iconRect" presStyleLbl="node1" presStyleIdx="3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67A76883-CECA-459B-93B8-25EDBB4DFA42}" type="pres">
      <dgm:prSet presAssocID="{AE32D9A7-ABB2-4330-BB8E-1C06AE20EFAC}" presName="spaceRect" presStyleCnt="0"/>
      <dgm:spPr/>
    </dgm:pt>
    <dgm:pt modelId="{4421B79D-6877-48F9-8CD7-B0A125826758}" type="pres">
      <dgm:prSet presAssocID="{AE32D9A7-ABB2-4330-BB8E-1C06AE20EFAC}" presName="parTx" presStyleLbl="revTx" presStyleIdx="3" presStyleCnt="8">
        <dgm:presLayoutVars>
          <dgm:chMax val="0"/>
          <dgm:chPref val="0"/>
        </dgm:presLayoutVars>
      </dgm:prSet>
      <dgm:spPr/>
    </dgm:pt>
    <dgm:pt modelId="{07CEFC31-1DC1-4975-96AB-E958F6645400}" type="pres">
      <dgm:prSet presAssocID="{FEEFFEB9-056E-4FB5-9E5C-3F6BCA38FDD8}" presName="sibTrans" presStyleCnt="0"/>
      <dgm:spPr/>
    </dgm:pt>
    <dgm:pt modelId="{68E83CB9-325B-45C2-B07C-7F88E2869CB0}" type="pres">
      <dgm:prSet presAssocID="{C98B9F88-EA87-4A91-A563-E1BCCE695885}" presName="compNode" presStyleCnt="0"/>
      <dgm:spPr/>
    </dgm:pt>
    <dgm:pt modelId="{30C8ABFD-39FA-46C0-AC2A-1D34F70EEA98}" type="pres">
      <dgm:prSet presAssocID="{C98B9F88-EA87-4A91-A563-E1BCCE695885}" presName="bgRect" presStyleLbl="bgShp" presStyleIdx="4" presStyleCnt="8"/>
      <dgm:spPr/>
    </dgm:pt>
    <dgm:pt modelId="{B9BD9260-502A-4545-8836-762EE23F0547}" type="pres">
      <dgm:prSet presAssocID="{C98B9F88-EA87-4A91-A563-E1BCCE695885}" presName="iconRect" presStyleLbl="node1" presStyleIdx="4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3EECBF35-CC73-441A-8584-871C0CFDF811}" type="pres">
      <dgm:prSet presAssocID="{C98B9F88-EA87-4A91-A563-E1BCCE695885}" presName="spaceRect" presStyleCnt="0"/>
      <dgm:spPr/>
    </dgm:pt>
    <dgm:pt modelId="{8BA80DC7-F425-4611-B424-13A56DFB6F81}" type="pres">
      <dgm:prSet presAssocID="{C98B9F88-EA87-4A91-A563-E1BCCE695885}" presName="parTx" presStyleLbl="revTx" presStyleIdx="4" presStyleCnt="8">
        <dgm:presLayoutVars>
          <dgm:chMax val="0"/>
          <dgm:chPref val="0"/>
        </dgm:presLayoutVars>
      </dgm:prSet>
      <dgm:spPr/>
    </dgm:pt>
    <dgm:pt modelId="{A023874A-C69A-4B68-894E-9A6669A330F4}" type="pres">
      <dgm:prSet presAssocID="{3BEF58F8-5068-42EC-ABE0-9B8A99D9223F}" presName="sibTrans" presStyleCnt="0"/>
      <dgm:spPr/>
    </dgm:pt>
    <dgm:pt modelId="{95EA88BE-6222-4EC1-80F1-7662AEE65ABD}" type="pres">
      <dgm:prSet presAssocID="{0034FD46-B14E-4008-8197-A9A727076DEB}" presName="compNode" presStyleCnt="0"/>
      <dgm:spPr/>
    </dgm:pt>
    <dgm:pt modelId="{977480E0-DCF1-4ABC-A929-95342EC813F0}" type="pres">
      <dgm:prSet presAssocID="{0034FD46-B14E-4008-8197-A9A727076DEB}" presName="bgRect" presStyleLbl="bgShp" presStyleIdx="5" presStyleCnt="8"/>
      <dgm:spPr/>
    </dgm:pt>
    <dgm:pt modelId="{9060A924-9ECC-496C-B288-7D8AF33A3D46}" type="pres">
      <dgm:prSet presAssocID="{0034FD46-B14E-4008-8197-A9A727076DEB}" presName="iconRect" presStyleLbl="node1" presStyleIdx="5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1242FF85-145C-4780-8AFE-CABDCB081C9F}" type="pres">
      <dgm:prSet presAssocID="{0034FD46-B14E-4008-8197-A9A727076DEB}" presName="spaceRect" presStyleCnt="0"/>
      <dgm:spPr/>
    </dgm:pt>
    <dgm:pt modelId="{7EA0B3A7-D7F1-442C-A153-C66AF4AB22D4}" type="pres">
      <dgm:prSet presAssocID="{0034FD46-B14E-4008-8197-A9A727076DEB}" presName="parTx" presStyleLbl="revTx" presStyleIdx="5" presStyleCnt="8">
        <dgm:presLayoutVars>
          <dgm:chMax val="0"/>
          <dgm:chPref val="0"/>
        </dgm:presLayoutVars>
      </dgm:prSet>
      <dgm:spPr/>
    </dgm:pt>
    <dgm:pt modelId="{01EF4AAF-2266-4D82-85A3-E92656431558}" type="pres">
      <dgm:prSet presAssocID="{86880B25-9291-4709-BB91-96AFBBBCBB55}" presName="sibTrans" presStyleCnt="0"/>
      <dgm:spPr/>
    </dgm:pt>
    <dgm:pt modelId="{15EDDAC0-1226-4C4A-9483-FFA664DA7783}" type="pres">
      <dgm:prSet presAssocID="{103ED634-EFAC-4DAD-BD38-AA3D83F3C830}" presName="compNode" presStyleCnt="0"/>
      <dgm:spPr/>
    </dgm:pt>
    <dgm:pt modelId="{2E7595FA-4BC7-496B-923B-5EAA3CE9655B}" type="pres">
      <dgm:prSet presAssocID="{103ED634-EFAC-4DAD-BD38-AA3D83F3C830}" presName="bgRect" presStyleLbl="bgShp" presStyleIdx="6" presStyleCnt="8"/>
      <dgm:spPr/>
    </dgm:pt>
    <dgm:pt modelId="{218705CA-97EE-43B5-9C1A-0454017941B8}" type="pres">
      <dgm:prSet presAssocID="{103ED634-EFAC-4DAD-BD38-AA3D83F3C830}" presName="iconRect" presStyleLbl="node1" presStyleIdx="6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484B5869-185C-43B5-9EB5-F944AC3BF647}" type="pres">
      <dgm:prSet presAssocID="{103ED634-EFAC-4DAD-BD38-AA3D83F3C830}" presName="spaceRect" presStyleCnt="0"/>
      <dgm:spPr/>
    </dgm:pt>
    <dgm:pt modelId="{78D05382-C52D-4ED8-B1D0-8C54DCC50F20}" type="pres">
      <dgm:prSet presAssocID="{103ED634-EFAC-4DAD-BD38-AA3D83F3C830}" presName="parTx" presStyleLbl="revTx" presStyleIdx="6" presStyleCnt="8">
        <dgm:presLayoutVars>
          <dgm:chMax val="0"/>
          <dgm:chPref val="0"/>
        </dgm:presLayoutVars>
      </dgm:prSet>
      <dgm:spPr/>
    </dgm:pt>
    <dgm:pt modelId="{CEE5437B-451F-45B1-A0C0-5F0AE38C8BF1}" type="pres">
      <dgm:prSet presAssocID="{83F0C547-4242-4E7B-BFCF-D8322367686F}" presName="sibTrans" presStyleCnt="0"/>
      <dgm:spPr/>
    </dgm:pt>
    <dgm:pt modelId="{1882BC5E-B7A0-4812-B744-284C945DF956}" type="pres">
      <dgm:prSet presAssocID="{B3764324-48B6-4954-B59D-ED87906E6E40}" presName="compNode" presStyleCnt="0"/>
      <dgm:spPr/>
    </dgm:pt>
    <dgm:pt modelId="{5790F865-9A4D-4A79-8FB1-2B9C7A02FCF8}" type="pres">
      <dgm:prSet presAssocID="{B3764324-48B6-4954-B59D-ED87906E6E40}" presName="bgRect" presStyleLbl="bgShp" presStyleIdx="7" presStyleCnt="8"/>
      <dgm:spPr/>
    </dgm:pt>
    <dgm:pt modelId="{2FC59584-3966-4FD8-9D5C-7D79EAB19663}" type="pres">
      <dgm:prSet presAssocID="{B3764324-48B6-4954-B59D-ED87906E6E40}" presName="iconRect" presStyleLbl="node1" presStyleIdx="7" presStyleCnt="8"/>
      <dgm:spPr/>
    </dgm:pt>
    <dgm:pt modelId="{ABCFC6F4-2FAA-46BE-BB0C-07FBF46369D3}" type="pres">
      <dgm:prSet presAssocID="{B3764324-48B6-4954-B59D-ED87906E6E40}" presName="spaceRect" presStyleCnt="0"/>
      <dgm:spPr/>
    </dgm:pt>
    <dgm:pt modelId="{9D16D2AA-5C8D-4E35-9B79-CA7CFFD8400C}" type="pres">
      <dgm:prSet presAssocID="{B3764324-48B6-4954-B59D-ED87906E6E40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3F973F02-C44C-43C6-877B-8AA4B2BDDEB5}" type="presOf" srcId="{0034FD46-B14E-4008-8197-A9A727076DEB}" destId="{7EA0B3A7-D7F1-442C-A153-C66AF4AB22D4}" srcOrd="0" destOrd="0" presId="urn:microsoft.com/office/officeart/2018/2/layout/IconVerticalSolidList"/>
    <dgm:cxn modelId="{AE542006-089D-4181-A227-A69C825ECD8E}" srcId="{1ECF7AC2-B693-4EAF-9B8A-EE39054A7238}" destId="{AE32D9A7-ABB2-4330-BB8E-1C06AE20EFAC}" srcOrd="3" destOrd="0" parTransId="{976CE4B4-DB5D-40B5-8C5E-5A26F4FEED2F}" sibTransId="{FEEFFEB9-056E-4FB5-9E5C-3F6BCA38FDD8}"/>
    <dgm:cxn modelId="{598C5206-B472-4CA0-A36B-1B6FC5D3D89E}" srcId="{1ECF7AC2-B693-4EAF-9B8A-EE39054A7238}" destId="{54A2CFB5-1760-4517-97CA-A5B0EFE17B97}" srcOrd="2" destOrd="0" parTransId="{93AE4536-94FF-4693-A2AC-282D82FC5A8F}" sibTransId="{124097A3-EFEB-49F4-AFBF-01BC820378FC}"/>
    <dgm:cxn modelId="{023BAA11-9D06-4FA6-AE36-13FB8B9BA4D0}" type="presOf" srcId="{7AE74077-5A6A-454C-83EA-36D132BBFBAD}" destId="{44AF70D9-F32B-4B76-9584-6029556B1DE5}" srcOrd="0" destOrd="0" presId="urn:microsoft.com/office/officeart/2018/2/layout/IconVerticalSolidList"/>
    <dgm:cxn modelId="{A0C61612-BCD3-4C55-ACE2-F9153743D54D}" type="presOf" srcId="{1ECF7AC2-B693-4EAF-9B8A-EE39054A7238}" destId="{25294331-00D8-466A-A5FB-AE508644205F}" srcOrd="0" destOrd="0" presId="urn:microsoft.com/office/officeart/2018/2/layout/IconVerticalSolidList"/>
    <dgm:cxn modelId="{9AB7F12F-7EF7-4C6B-BF4A-D09DE363471C}" type="presOf" srcId="{E5F405F3-69CF-4118-90E8-1F81FC3A837E}" destId="{3928CC23-7F6B-4ED2-B84C-714DA96810CE}" srcOrd="0" destOrd="0" presId="urn:microsoft.com/office/officeart/2018/2/layout/IconVerticalSolidList"/>
    <dgm:cxn modelId="{45931249-1EC0-4B6F-AEC0-8C9B0421E1C1}" srcId="{1ECF7AC2-B693-4EAF-9B8A-EE39054A7238}" destId="{E5F405F3-69CF-4118-90E8-1F81FC3A837E}" srcOrd="1" destOrd="0" parTransId="{B9326049-347F-4CAE-936D-5AFB8F557879}" sibTransId="{9BE8766E-2C75-429D-B19E-D16F0ECD37ED}"/>
    <dgm:cxn modelId="{FD1F124A-4B5E-43D6-8396-2C42657FFA61}" srcId="{1ECF7AC2-B693-4EAF-9B8A-EE39054A7238}" destId="{C98B9F88-EA87-4A91-A563-E1BCCE695885}" srcOrd="4" destOrd="0" parTransId="{B733AD97-AE92-4F68-AD4C-BAD85E5F8292}" sibTransId="{3BEF58F8-5068-42EC-ABE0-9B8A99D9223F}"/>
    <dgm:cxn modelId="{99292A76-C58B-419F-A724-6ED3774F36ED}" srcId="{1ECF7AC2-B693-4EAF-9B8A-EE39054A7238}" destId="{B3764324-48B6-4954-B59D-ED87906E6E40}" srcOrd="7" destOrd="0" parTransId="{00FCE382-F4EB-4E67-852D-6E4DFDFC87DB}" sibTransId="{FCC1BBA6-C412-4F30-9F9C-22DFAF06AF5D}"/>
    <dgm:cxn modelId="{EEC42159-4006-4AFB-B50E-C26042F1BB71}" srcId="{1ECF7AC2-B693-4EAF-9B8A-EE39054A7238}" destId="{0034FD46-B14E-4008-8197-A9A727076DEB}" srcOrd="5" destOrd="0" parTransId="{A1DDF96C-AC9B-45E9-909E-1D37D414BA11}" sibTransId="{86880B25-9291-4709-BB91-96AFBBBCBB55}"/>
    <dgm:cxn modelId="{C33903AD-0EAA-4BC2-8D85-D2AC1B8855B7}" type="presOf" srcId="{AE32D9A7-ABB2-4330-BB8E-1C06AE20EFAC}" destId="{4421B79D-6877-48F9-8CD7-B0A125826758}" srcOrd="0" destOrd="0" presId="urn:microsoft.com/office/officeart/2018/2/layout/IconVerticalSolidList"/>
    <dgm:cxn modelId="{69C156C3-0876-4260-8B31-1FCD348D7849}" type="presOf" srcId="{103ED634-EFAC-4DAD-BD38-AA3D83F3C830}" destId="{78D05382-C52D-4ED8-B1D0-8C54DCC50F20}" srcOrd="0" destOrd="0" presId="urn:microsoft.com/office/officeart/2018/2/layout/IconVerticalSolidList"/>
    <dgm:cxn modelId="{223FCFC4-939A-4361-BADC-56E55ACEBB6E}" srcId="{1ECF7AC2-B693-4EAF-9B8A-EE39054A7238}" destId="{7AE74077-5A6A-454C-83EA-36D132BBFBAD}" srcOrd="0" destOrd="0" parTransId="{0138523F-3AB0-47E3-8892-D73A5AC05A88}" sibTransId="{70484FD6-9B52-46EC-9742-D60AFE05F4D1}"/>
    <dgm:cxn modelId="{DD1678CF-E620-480A-806E-6F759914B72E}" srcId="{1ECF7AC2-B693-4EAF-9B8A-EE39054A7238}" destId="{103ED634-EFAC-4DAD-BD38-AA3D83F3C830}" srcOrd="6" destOrd="0" parTransId="{CD384573-AACA-4718-98E8-3657DA2FB93B}" sibTransId="{83F0C547-4242-4E7B-BFCF-D8322367686F}"/>
    <dgm:cxn modelId="{F44305D1-E0D6-4127-92D5-C3BB3A027090}" type="presOf" srcId="{54A2CFB5-1760-4517-97CA-A5B0EFE17B97}" destId="{E5FE550E-8CEC-4F14-88F5-424C54E1C7C6}" srcOrd="0" destOrd="0" presId="urn:microsoft.com/office/officeart/2018/2/layout/IconVerticalSolidList"/>
    <dgm:cxn modelId="{F99E9BE0-2F97-4418-B076-EE70783BA0DC}" type="presOf" srcId="{C98B9F88-EA87-4A91-A563-E1BCCE695885}" destId="{8BA80DC7-F425-4611-B424-13A56DFB6F81}" srcOrd="0" destOrd="0" presId="urn:microsoft.com/office/officeart/2018/2/layout/IconVerticalSolidList"/>
    <dgm:cxn modelId="{378E8BF8-5A0B-4C9C-9D7B-76359C2A3E72}" type="presOf" srcId="{B3764324-48B6-4954-B59D-ED87906E6E40}" destId="{9D16D2AA-5C8D-4E35-9B79-CA7CFFD8400C}" srcOrd="0" destOrd="0" presId="urn:microsoft.com/office/officeart/2018/2/layout/IconVerticalSolidList"/>
    <dgm:cxn modelId="{12920A40-E68C-4498-BAF2-7A330C9D05D1}" type="presParOf" srcId="{25294331-00D8-466A-A5FB-AE508644205F}" destId="{DE92261F-3329-4083-96AA-00D7034F0874}" srcOrd="0" destOrd="0" presId="urn:microsoft.com/office/officeart/2018/2/layout/IconVerticalSolidList"/>
    <dgm:cxn modelId="{A9B55E15-20C5-4160-B007-77CDFE22F430}" type="presParOf" srcId="{DE92261F-3329-4083-96AA-00D7034F0874}" destId="{1CF95C83-80E2-4B31-8758-B729FC83854D}" srcOrd="0" destOrd="0" presId="urn:microsoft.com/office/officeart/2018/2/layout/IconVerticalSolidList"/>
    <dgm:cxn modelId="{24FF4A2C-0090-47CE-8323-796E394575F1}" type="presParOf" srcId="{DE92261F-3329-4083-96AA-00D7034F0874}" destId="{B5883D8F-8D34-48FE-B26F-3FCC72A3A09A}" srcOrd="1" destOrd="0" presId="urn:microsoft.com/office/officeart/2018/2/layout/IconVerticalSolidList"/>
    <dgm:cxn modelId="{44BFEEEE-421C-477A-A235-9B36D63073B7}" type="presParOf" srcId="{DE92261F-3329-4083-96AA-00D7034F0874}" destId="{1ADE1761-D559-4CD8-8377-1E0F0999E802}" srcOrd="2" destOrd="0" presId="urn:microsoft.com/office/officeart/2018/2/layout/IconVerticalSolidList"/>
    <dgm:cxn modelId="{1E6D9F8B-E358-4697-816C-82FCC97AE276}" type="presParOf" srcId="{DE92261F-3329-4083-96AA-00D7034F0874}" destId="{44AF70D9-F32B-4B76-9584-6029556B1DE5}" srcOrd="3" destOrd="0" presId="urn:microsoft.com/office/officeart/2018/2/layout/IconVerticalSolidList"/>
    <dgm:cxn modelId="{969F2CF0-491A-4980-8088-6E7193F3CD06}" type="presParOf" srcId="{25294331-00D8-466A-A5FB-AE508644205F}" destId="{55412AA8-BD85-49E7-B4BD-723AAAEDB9FF}" srcOrd="1" destOrd="0" presId="urn:microsoft.com/office/officeart/2018/2/layout/IconVerticalSolidList"/>
    <dgm:cxn modelId="{B55A93C4-9774-408C-AC03-99530E9B682F}" type="presParOf" srcId="{25294331-00D8-466A-A5FB-AE508644205F}" destId="{CE4D2EDC-5AD2-438C-AB0A-B7860D2B1D29}" srcOrd="2" destOrd="0" presId="urn:microsoft.com/office/officeart/2018/2/layout/IconVerticalSolidList"/>
    <dgm:cxn modelId="{21333522-6893-4506-8B82-E7152C1895F0}" type="presParOf" srcId="{CE4D2EDC-5AD2-438C-AB0A-B7860D2B1D29}" destId="{1F3C5140-6B74-493D-AAF2-09457E41EA02}" srcOrd="0" destOrd="0" presId="urn:microsoft.com/office/officeart/2018/2/layout/IconVerticalSolidList"/>
    <dgm:cxn modelId="{DECD83B7-3529-43D9-A786-5164B40B4569}" type="presParOf" srcId="{CE4D2EDC-5AD2-438C-AB0A-B7860D2B1D29}" destId="{D179D5BD-709B-4AA3-84AA-233D6698D429}" srcOrd="1" destOrd="0" presId="urn:microsoft.com/office/officeart/2018/2/layout/IconVerticalSolidList"/>
    <dgm:cxn modelId="{BFDB55A2-1EC2-4CB2-A7E6-AF6CBEF56A53}" type="presParOf" srcId="{CE4D2EDC-5AD2-438C-AB0A-B7860D2B1D29}" destId="{D40BADD4-68F8-47F2-8261-3D95D7881925}" srcOrd="2" destOrd="0" presId="urn:microsoft.com/office/officeart/2018/2/layout/IconVerticalSolidList"/>
    <dgm:cxn modelId="{7BE2EB20-8522-441A-9D4C-7BD6F019FFEF}" type="presParOf" srcId="{CE4D2EDC-5AD2-438C-AB0A-B7860D2B1D29}" destId="{3928CC23-7F6B-4ED2-B84C-714DA96810CE}" srcOrd="3" destOrd="0" presId="urn:microsoft.com/office/officeart/2018/2/layout/IconVerticalSolidList"/>
    <dgm:cxn modelId="{28C11FC7-2986-4DEC-895B-EB6BFFFCDB98}" type="presParOf" srcId="{25294331-00D8-466A-A5FB-AE508644205F}" destId="{A13D0C80-FE96-4C58-9A7E-20A14B5DC5B0}" srcOrd="3" destOrd="0" presId="urn:microsoft.com/office/officeart/2018/2/layout/IconVerticalSolidList"/>
    <dgm:cxn modelId="{4356AC92-622A-486F-BC0D-710AFFB571E4}" type="presParOf" srcId="{25294331-00D8-466A-A5FB-AE508644205F}" destId="{352E1634-18DF-4956-B434-E3AEF997EA87}" srcOrd="4" destOrd="0" presId="urn:microsoft.com/office/officeart/2018/2/layout/IconVerticalSolidList"/>
    <dgm:cxn modelId="{BD483B53-6AB5-4B13-B091-3D6D12695368}" type="presParOf" srcId="{352E1634-18DF-4956-B434-E3AEF997EA87}" destId="{CF38D8CC-38A0-44A2-B1B0-FFB297AF861F}" srcOrd="0" destOrd="0" presId="urn:microsoft.com/office/officeart/2018/2/layout/IconVerticalSolidList"/>
    <dgm:cxn modelId="{D705B632-AB1A-4AA5-AACC-2D0DC9C2892D}" type="presParOf" srcId="{352E1634-18DF-4956-B434-E3AEF997EA87}" destId="{5A3A358F-2ABC-4D47-892A-DFEE5A9E28C4}" srcOrd="1" destOrd="0" presId="urn:microsoft.com/office/officeart/2018/2/layout/IconVerticalSolidList"/>
    <dgm:cxn modelId="{737D4E6E-40A4-4D2B-950F-D904C66547ED}" type="presParOf" srcId="{352E1634-18DF-4956-B434-E3AEF997EA87}" destId="{F7871D56-0806-4A4E-81F8-5FD362245464}" srcOrd="2" destOrd="0" presId="urn:microsoft.com/office/officeart/2018/2/layout/IconVerticalSolidList"/>
    <dgm:cxn modelId="{B9CF2B75-7EB2-49AF-A7FD-FD156E4B7113}" type="presParOf" srcId="{352E1634-18DF-4956-B434-E3AEF997EA87}" destId="{E5FE550E-8CEC-4F14-88F5-424C54E1C7C6}" srcOrd="3" destOrd="0" presId="urn:microsoft.com/office/officeart/2018/2/layout/IconVerticalSolidList"/>
    <dgm:cxn modelId="{5D0DFE40-0E07-4CB7-8680-2CF461E6F5A1}" type="presParOf" srcId="{25294331-00D8-466A-A5FB-AE508644205F}" destId="{95AC71AD-9AD2-40E7-9E32-1ADBFA914365}" srcOrd="5" destOrd="0" presId="urn:microsoft.com/office/officeart/2018/2/layout/IconVerticalSolidList"/>
    <dgm:cxn modelId="{75C1DAF6-953A-4A81-905C-838654649B30}" type="presParOf" srcId="{25294331-00D8-466A-A5FB-AE508644205F}" destId="{03DE51FC-E74E-47CE-8F31-60EFE8271706}" srcOrd="6" destOrd="0" presId="urn:microsoft.com/office/officeart/2018/2/layout/IconVerticalSolidList"/>
    <dgm:cxn modelId="{5472CBD1-A94B-4F19-A45F-E890684908C7}" type="presParOf" srcId="{03DE51FC-E74E-47CE-8F31-60EFE8271706}" destId="{9B8D6229-FE49-4DB4-9FB3-F75E1DADCB77}" srcOrd="0" destOrd="0" presId="urn:microsoft.com/office/officeart/2018/2/layout/IconVerticalSolidList"/>
    <dgm:cxn modelId="{60BDE7CE-67D9-4CF2-9BD5-3027BEC50667}" type="presParOf" srcId="{03DE51FC-E74E-47CE-8F31-60EFE8271706}" destId="{2C01C7A0-56BC-4CF2-B3FF-8B080AD3E6B8}" srcOrd="1" destOrd="0" presId="urn:microsoft.com/office/officeart/2018/2/layout/IconVerticalSolidList"/>
    <dgm:cxn modelId="{C442E807-6B17-497D-98F7-F6186CC85103}" type="presParOf" srcId="{03DE51FC-E74E-47CE-8F31-60EFE8271706}" destId="{67A76883-CECA-459B-93B8-25EDBB4DFA42}" srcOrd="2" destOrd="0" presId="urn:microsoft.com/office/officeart/2018/2/layout/IconVerticalSolidList"/>
    <dgm:cxn modelId="{C88EF839-A770-49DB-BA41-DBDF0D5BDD12}" type="presParOf" srcId="{03DE51FC-E74E-47CE-8F31-60EFE8271706}" destId="{4421B79D-6877-48F9-8CD7-B0A125826758}" srcOrd="3" destOrd="0" presId="urn:microsoft.com/office/officeart/2018/2/layout/IconVerticalSolidList"/>
    <dgm:cxn modelId="{9E67D4B0-BBA6-40AD-8672-FDA5760F6680}" type="presParOf" srcId="{25294331-00D8-466A-A5FB-AE508644205F}" destId="{07CEFC31-1DC1-4975-96AB-E958F6645400}" srcOrd="7" destOrd="0" presId="urn:microsoft.com/office/officeart/2018/2/layout/IconVerticalSolidList"/>
    <dgm:cxn modelId="{E198BE5D-6088-4537-B288-8AABCC78A478}" type="presParOf" srcId="{25294331-00D8-466A-A5FB-AE508644205F}" destId="{68E83CB9-325B-45C2-B07C-7F88E2869CB0}" srcOrd="8" destOrd="0" presId="urn:microsoft.com/office/officeart/2018/2/layout/IconVerticalSolidList"/>
    <dgm:cxn modelId="{AC3FC6F1-5C34-4F25-B5D5-D29573D1A171}" type="presParOf" srcId="{68E83CB9-325B-45C2-B07C-7F88E2869CB0}" destId="{30C8ABFD-39FA-46C0-AC2A-1D34F70EEA98}" srcOrd="0" destOrd="0" presId="urn:microsoft.com/office/officeart/2018/2/layout/IconVerticalSolidList"/>
    <dgm:cxn modelId="{5640A48E-8A8E-4DC5-940C-5751E2F63DF6}" type="presParOf" srcId="{68E83CB9-325B-45C2-B07C-7F88E2869CB0}" destId="{B9BD9260-502A-4545-8836-762EE23F0547}" srcOrd="1" destOrd="0" presId="urn:microsoft.com/office/officeart/2018/2/layout/IconVerticalSolidList"/>
    <dgm:cxn modelId="{D8F59B88-D62E-4FF7-A92C-D51897894014}" type="presParOf" srcId="{68E83CB9-325B-45C2-B07C-7F88E2869CB0}" destId="{3EECBF35-CC73-441A-8584-871C0CFDF811}" srcOrd="2" destOrd="0" presId="urn:microsoft.com/office/officeart/2018/2/layout/IconVerticalSolidList"/>
    <dgm:cxn modelId="{8C4C4A53-7B68-42BD-8BD3-C88255E05FF1}" type="presParOf" srcId="{68E83CB9-325B-45C2-B07C-7F88E2869CB0}" destId="{8BA80DC7-F425-4611-B424-13A56DFB6F81}" srcOrd="3" destOrd="0" presId="urn:microsoft.com/office/officeart/2018/2/layout/IconVerticalSolidList"/>
    <dgm:cxn modelId="{9E16EB7C-1503-4441-B264-350453FF7788}" type="presParOf" srcId="{25294331-00D8-466A-A5FB-AE508644205F}" destId="{A023874A-C69A-4B68-894E-9A6669A330F4}" srcOrd="9" destOrd="0" presId="urn:microsoft.com/office/officeart/2018/2/layout/IconVerticalSolidList"/>
    <dgm:cxn modelId="{E14685F8-9D07-4703-94B3-A9E187955F7F}" type="presParOf" srcId="{25294331-00D8-466A-A5FB-AE508644205F}" destId="{95EA88BE-6222-4EC1-80F1-7662AEE65ABD}" srcOrd="10" destOrd="0" presId="urn:microsoft.com/office/officeart/2018/2/layout/IconVerticalSolidList"/>
    <dgm:cxn modelId="{D75344F8-A6B9-47B1-9000-B6FFBA0C0743}" type="presParOf" srcId="{95EA88BE-6222-4EC1-80F1-7662AEE65ABD}" destId="{977480E0-DCF1-4ABC-A929-95342EC813F0}" srcOrd="0" destOrd="0" presId="urn:microsoft.com/office/officeart/2018/2/layout/IconVerticalSolidList"/>
    <dgm:cxn modelId="{29CB14B7-D7D0-431F-A9F7-3E7470386747}" type="presParOf" srcId="{95EA88BE-6222-4EC1-80F1-7662AEE65ABD}" destId="{9060A924-9ECC-496C-B288-7D8AF33A3D46}" srcOrd="1" destOrd="0" presId="urn:microsoft.com/office/officeart/2018/2/layout/IconVerticalSolidList"/>
    <dgm:cxn modelId="{DDC327A5-C12E-4AE0-AED3-0DB57AC61359}" type="presParOf" srcId="{95EA88BE-6222-4EC1-80F1-7662AEE65ABD}" destId="{1242FF85-145C-4780-8AFE-CABDCB081C9F}" srcOrd="2" destOrd="0" presId="urn:microsoft.com/office/officeart/2018/2/layout/IconVerticalSolidList"/>
    <dgm:cxn modelId="{28E9BC0B-CDE7-4E91-81E0-B7475296BD9F}" type="presParOf" srcId="{95EA88BE-6222-4EC1-80F1-7662AEE65ABD}" destId="{7EA0B3A7-D7F1-442C-A153-C66AF4AB22D4}" srcOrd="3" destOrd="0" presId="urn:microsoft.com/office/officeart/2018/2/layout/IconVerticalSolidList"/>
    <dgm:cxn modelId="{6A46EE9B-4377-4C61-B4F0-9175AC41AF6D}" type="presParOf" srcId="{25294331-00D8-466A-A5FB-AE508644205F}" destId="{01EF4AAF-2266-4D82-85A3-E92656431558}" srcOrd="11" destOrd="0" presId="urn:microsoft.com/office/officeart/2018/2/layout/IconVerticalSolidList"/>
    <dgm:cxn modelId="{B508AA8D-0347-4885-ABC4-2969EB1B8446}" type="presParOf" srcId="{25294331-00D8-466A-A5FB-AE508644205F}" destId="{15EDDAC0-1226-4C4A-9483-FFA664DA7783}" srcOrd="12" destOrd="0" presId="urn:microsoft.com/office/officeart/2018/2/layout/IconVerticalSolidList"/>
    <dgm:cxn modelId="{583DB450-E492-486E-BCF3-C948ACA79794}" type="presParOf" srcId="{15EDDAC0-1226-4C4A-9483-FFA664DA7783}" destId="{2E7595FA-4BC7-496B-923B-5EAA3CE9655B}" srcOrd="0" destOrd="0" presId="urn:microsoft.com/office/officeart/2018/2/layout/IconVerticalSolidList"/>
    <dgm:cxn modelId="{1D83C633-F239-4785-A4DB-E77612E9307C}" type="presParOf" srcId="{15EDDAC0-1226-4C4A-9483-FFA664DA7783}" destId="{218705CA-97EE-43B5-9C1A-0454017941B8}" srcOrd="1" destOrd="0" presId="urn:microsoft.com/office/officeart/2018/2/layout/IconVerticalSolidList"/>
    <dgm:cxn modelId="{D13285DF-E8C7-4E9A-A034-375B852CF4AD}" type="presParOf" srcId="{15EDDAC0-1226-4C4A-9483-FFA664DA7783}" destId="{484B5869-185C-43B5-9EB5-F944AC3BF647}" srcOrd="2" destOrd="0" presId="urn:microsoft.com/office/officeart/2018/2/layout/IconVerticalSolidList"/>
    <dgm:cxn modelId="{8E8B29A7-4BA3-46D1-A13F-D3FF8EE477E0}" type="presParOf" srcId="{15EDDAC0-1226-4C4A-9483-FFA664DA7783}" destId="{78D05382-C52D-4ED8-B1D0-8C54DCC50F20}" srcOrd="3" destOrd="0" presId="urn:microsoft.com/office/officeart/2018/2/layout/IconVerticalSolidList"/>
    <dgm:cxn modelId="{9888618D-91BF-46D8-903E-3086D428F60E}" type="presParOf" srcId="{25294331-00D8-466A-A5FB-AE508644205F}" destId="{CEE5437B-451F-45B1-A0C0-5F0AE38C8BF1}" srcOrd="13" destOrd="0" presId="urn:microsoft.com/office/officeart/2018/2/layout/IconVerticalSolidList"/>
    <dgm:cxn modelId="{A893C7C7-4194-41C9-9B75-D5AB0E70B848}" type="presParOf" srcId="{25294331-00D8-466A-A5FB-AE508644205F}" destId="{1882BC5E-B7A0-4812-B744-284C945DF956}" srcOrd="14" destOrd="0" presId="urn:microsoft.com/office/officeart/2018/2/layout/IconVerticalSolidList"/>
    <dgm:cxn modelId="{039C178D-FC9C-4AE5-9DFC-D877408F9200}" type="presParOf" srcId="{1882BC5E-B7A0-4812-B744-284C945DF956}" destId="{5790F865-9A4D-4A79-8FB1-2B9C7A02FCF8}" srcOrd="0" destOrd="0" presId="urn:microsoft.com/office/officeart/2018/2/layout/IconVerticalSolidList"/>
    <dgm:cxn modelId="{281A495C-4365-4542-BE2F-42511B1DFCEC}" type="presParOf" srcId="{1882BC5E-B7A0-4812-B744-284C945DF956}" destId="{2FC59584-3966-4FD8-9D5C-7D79EAB19663}" srcOrd="1" destOrd="0" presId="urn:microsoft.com/office/officeart/2018/2/layout/IconVerticalSolidList"/>
    <dgm:cxn modelId="{9F50959C-751E-4129-B614-F5C8BC8E1CAA}" type="presParOf" srcId="{1882BC5E-B7A0-4812-B744-284C945DF956}" destId="{ABCFC6F4-2FAA-46BE-BB0C-07FBF46369D3}" srcOrd="2" destOrd="0" presId="urn:microsoft.com/office/officeart/2018/2/layout/IconVerticalSolidList"/>
    <dgm:cxn modelId="{7EB52CEA-B8E0-49DE-A1FB-F5010478D03C}" type="presParOf" srcId="{1882BC5E-B7A0-4812-B744-284C945DF956}" destId="{9D16D2AA-5C8D-4E35-9B79-CA7CFFD8400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E224D5-AF8B-46F0-A31A-0B848B3C415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3A61CD-A76F-40DB-A2C8-57A6029F5DDB}">
      <dgm:prSet/>
      <dgm:spPr/>
      <dgm:t>
        <a:bodyPr/>
        <a:lstStyle/>
        <a:p>
          <a:pPr>
            <a:lnSpc>
              <a:spcPct val="100000"/>
            </a:lnSpc>
          </a:pPr>
          <a:r>
            <a:rPr lang="nl-NL"/>
            <a:t>Assembly AI</a:t>
          </a:r>
          <a:endParaRPr lang="en-US"/>
        </a:p>
      </dgm:t>
    </dgm:pt>
    <dgm:pt modelId="{DFB345DF-9A7F-438D-B852-43C0547932B2}" type="parTrans" cxnId="{87F1BF2D-C65F-4F1E-984B-47885AD4E31D}">
      <dgm:prSet/>
      <dgm:spPr/>
      <dgm:t>
        <a:bodyPr/>
        <a:lstStyle/>
        <a:p>
          <a:endParaRPr lang="en-US"/>
        </a:p>
      </dgm:t>
    </dgm:pt>
    <dgm:pt modelId="{8527389D-1642-419E-8153-4E77DC37322A}" type="sibTrans" cxnId="{87F1BF2D-C65F-4F1E-984B-47885AD4E31D}">
      <dgm:prSet/>
      <dgm:spPr/>
      <dgm:t>
        <a:bodyPr/>
        <a:lstStyle/>
        <a:p>
          <a:endParaRPr lang="en-US"/>
        </a:p>
      </dgm:t>
    </dgm:pt>
    <dgm:pt modelId="{9E37B8C1-8B7F-48C2-89E3-A96DDED125E4}">
      <dgm:prSet/>
      <dgm:spPr/>
      <dgm:t>
        <a:bodyPr/>
        <a:lstStyle/>
        <a:p>
          <a:pPr>
            <a:lnSpc>
              <a:spcPct val="100000"/>
            </a:lnSpc>
          </a:pPr>
          <a:r>
            <a:rPr lang="nl-NL"/>
            <a:t>Whisper</a:t>
          </a:r>
          <a:endParaRPr lang="en-US"/>
        </a:p>
      </dgm:t>
    </dgm:pt>
    <dgm:pt modelId="{C2DB9F7B-9CAF-4362-8D61-CE611BD6F830}" type="parTrans" cxnId="{E2DF30C0-FC77-483D-B4D6-7BE798A46F1D}">
      <dgm:prSet/>
      <dgm:spPr/>
      <dgm:t>
        <a:bodyPr/>
        <a:lstStyle/>
        <a:p>
          <a:endParaRPr lang="en-US"/>
        </a:p>
      </dgm:t>
    </dgm:pt>
    <dgm:pt modelId="{492EE37A-B6D8-40BD-A13D-169F963EAFFE}" type="sibTrans" cxnId="{E2DF30C0-FC77-483D-B4D6-7BE798A46F1D}">
      <dgm:prSet/>
      <dgm:spPr/>
      <dgm:t>
        <a:bodyPr/>
        <a:lstStyle/>
        <a:p>
          <a:endParaRPr lang="en-US"/>
        </a:p>
      </dgm:t>
    </dgm:pt>
    <dgm:pt modelId="{94B0EDC2-527C-435D-9288-6E6FAD5E75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Results</a:t>
          </a:r>
        </a:p>
      </dgm:t>
    </dgm:pt>
    <dgm:pt modelId="{CEEB1868-2171-4BB2-9FCB-55406B57295B}" type="parTrans" cxnId="{B2CA6180-BF56-460C-BB03-9B140BEDFC3C}">
      <dgm:prSet/>
      <dgm:spPr/>
      <dgm:t>
        <a:bodyPr/>
        <a:lstStyle/>
        <a:p>
          <a:endParaRPr lang="en-US"/>
        </a:p>
      </dgm:t>
    </dgm:pt>
    <dgm:pt modelId="{451C2168-1245-4957-97D9-A1B1FB9D9425}" type="sibTrans" cxnId="{B2CA6180-BF56-460C-BB03-9B140BEDFC3C}">
      <dgm:prSet/>
      <dgm:spPr/>
      <dgm:t>
        <a:bodyPr/>
        <a:lstStyle/>
        <a:p>
          <a:endParaRPr lang="en-US"/>
        </a:p>
      </dgm:t>
    </dgm:pt>
    <dgm:pt modelId="{81BCA044-EE16-4CE3-9B05-238B5DB4D9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Problems</a:t>
          </a:r>
        </a:p>
      </dgm:t>
    </dgm:pt>
    <dgm:pt modelId="{7865A71E-F399-4C3F-92DE-9687CF92F227}" type="parTrans" cxnId="{402CBE21-11B5-473B-ACFA-D6EF2800108A}">
      <dgm:prSet/>
      <dgm:spPr/>
      <dgm:t>
        <a:bodyPr/>
        <a:lstStyle/>
        <a:p>
          <a:endParaRPr lang="en-US"/>
        </a:p>
      </dgm:t>
    </dgm:pt>
    <dgm:pt modelId="{2218682D-0472-443A-A246-DD9D040342AA}" type="sibTrans" cxnId="{402CBE21-11B5-473B-ACFA-D6EF2800108A}">
      <dgm:prSet/>
      <dgm:spPr/>
      <dgm:t>
        <a:bodyPr/>
        <a:lstStyle/>
        <a:p>
          <a:endParaRPr lang="en-US"/>
        </a:p>
      </dgm:t>
    </dgm:pt>
    <dgm:pt modelId="{C32E4095-20A9-4087-8FD6-50D11C73548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TradeOff</a:t>
          </a:r>
          <a:endParaRPr lang="en-US" dirty="0"/>
        </a:p>
      </dgm:t>
    </dgm:pt>
    <dgm:pt modelId="{832E27DA-0A91-444A-8B88-DBEC2EAB0E8D}" type="parTrans" cxnId="{41BD1FB6-882A-4009-81B2-D285978F0985}">
      <dgm:prSet/>
      <dgm:spPr/>
      <dgm:t>
        <a:bodyPr/>
        <a:lstStyle/>
        <a:p>
          <a:endParaRPr lang="en-US"/>
        </a:p>
      </dgm:t>
    </dgm:pt>
    <dgm:pt modelId="{47DBECB6-4E21-4DA8-8348-773DC3DEE06A}" type="sibTrans" cxnId="{41BD1FB6-882A-4009-81B2-D285978F0985}">
      <dgm:prSet/>
      <dgm:spPr/>
      <dgm:t>
        <a:bodyPr/>
        <a:lstStyle/>
        <a:p>
          <a:endParaRPr lang="en-US"/>
        </a:p>
      </dgm:t>
    </dgm:pt>
    <dgm:pt modelId="{A965C449-C6C9-4EE5-A87F-C6EE30CBDB6B}" type="pres">
      <dgm:prSet presAssocID="{96E224D5-AF8B-46F0-A31A-0B848B3C4156}" presName="root" presStyleCnt="0">
        <dgm:presLayoutVars>
          <dgm:dir/>
          <dgm:resizeHandles val="exact"/>
        </dgm:presLayoutVars>
      </dgm:prSet>
      <dgm:spPr/>
    </dgm:pt>
    <dgm:pt modelId="{C0BCEB57-B644-4B01-B975-285443653C88}" type="pres">
      <dgm:prSet presAssocID="{EF3A61CD-A76F-40DB-A2C8-57A6029F5DDB}" presName="compNode" presStyleCnt="0"/>
      <dgm:spPr/>
    </dgm:pt>
    <dgm:pt modelId="{CB9845A5-A37F-4B96-9397-C9BE0E2AB219}" type="pres">
      <dgm:prSet presAssocID="{EF3A61CD-A76F-40DB-A2C8-57A6029F5DDB}" presName="bgRect" presStyleLbl="bgShp" presStyleIdx="0" presStyleCnt="5"/>
      <dgm:spPr/>
    </dgm:pt>
    <dgm:pt modelId="{B31648C1-9B5B-48DF-9D8B-14334340F20C}" type="pres">
      <dgm:prSet presAssocID="{EF3A61CD-A76F-40DB-A2C8-57A6029F5DD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7E13C299-736E-4EE5-8D47-79072D29EC91}" type="pres">
      <dgm:prSet presAssocID="{EF3A61CD-A76F-40DB-A2C8-57A6029F5DDB}" presName="spaceRect" presStyleCnt="0"/>
      <dgm:spPr/>
    </dgm:pt>
    <dgm:pt modelId="{51E2679D-DFD1-4C63-954B-24F0F61F2352}" type="pres">
      <dgm:prSet presAssocID="{EF3A61CD-A76F-40DB-A2C8-57A6029F5DDB}" presName="parTx" presStyleLbl="revTx" presStyleIdx="0" presStyleCnt="5">
        <dgm:presLayoutVars>
          <dgm:chMax val="0"/>
          <dgm:chPref val="0"/>
        </dgm:presLayoutVars>
      </dgm:prSet>
      <dgm:spPr/>
    </dgm:pt>
    <dgm:pt modelId="{8474CDC9-FD2B-4962-82CE-743141CD5A3E}" type="pres">
      <dgm:prSet presAssocID="{8527389D-1642-419E-8153-4E77DC37322A}" presName="sibTrans" presStyleCnt="0"/>
      <dgm:spPr/>
    </dgm:pt>
    <dgm:pt modelId="{FA8628F9-438F-4F4F-9BBC-50A1D163F173}" type="pres">
      <dgm:prSet presAssocID="{9E37B8C1-8B7F-48C2-89E3-A96DDED125E4}" presName="compNode" presStyleCnt="0"/>
      <dgm:spPr/>
    </dgm:pt>
    <dgm:pt modelId="{99639DD7-E260-414B-87C3-8D3D9D20F897}" type="pres">
      <dgm:prSet presAssocID="{9E37B8C1-8B7F-48C2-89E3-A96DDED125E4}" presName="bgRect" presStyleLbl="bgShp" presStyleIdx="1" presStyleCnt="5"/>
      <dgm:spPr/>
    </dgm:pt>
    <dgm:pt modelId="{FF52F2F6-40C2-4DB1-B161-36C81CDA11D4}" type="pres">
      <dgm:prSet presAssocID="{9E37B8C1-8B7F-48C2-89E3-A96DDED125E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inger"/>
        </a:ext>
      </dgm:extLst>
    </dgm:pt>
    <dgm:pt modelId="{04233318-147E-4B56-AF15-1EC91694C967}" type="pres">
      <dgm:prSet presAssocID="{9E37B8C1-8B7F-48C2-89E3-A96DDED125E4}" presName="spaceRect" presStyleCnt="0"/>
      <dgm:spPr/>
    </dgm:pt>
    <dgm:pt modelId="{12A0292E-6E6F-40E8-8565-221735B81EAE}" type="pres">
      <dgm:prSet presAssocID="{9E37B8C1-8B7F-48C2-89E3-A96DDED125E4}" presName="parTx" presStyleLbl="revTx" presStyleIdx="1" presStyleCnt="5">
        <dgm:presLayoutVars>
          <dgm:chMax val="0"/>
          <dgm:chPref val="0"/>
        </dgm:presLayoutVars>
      </dgm:prSet>
      <dgm:spPr/>
    </dgm:pt>
    <dgm:pt modelId="{6D1D5E34-7671-4E14-8079-F4DE5017BA14}" type="pres">
      <dgm:prSet presAssocID="{492EE37A-B6D8-40BD-A13D-169F963EAFFE}" presName="sibTrans" presStyleCnt="0"/>
      <dgm:spPr/>
    </dgm:pt>
    <dgm:pt modelId="{F06C3D19-61D5-49E9-BB06-A2FD3485BFB7}" type="pres">
      <dgm:prSet presAssocID="{94B0EDC2-527C-435D-9288-6E6FAD5E7560}" presName="compNode" presStyleCnt="0"/>
      <dgm:spPr/>
    </dgm:pt>
    <dgm:pt modelId="{46F99B35-571D-47C1-996F-A4A456C28E81}" type="pres">
      <dgm:prSet presAssocID="{94B0EDC2-527C-435D-9288-6E6FAD5E7560}" presName="bgRect" presStyleLbl="bgShp" presStyleIdx="2" presStyleCnt="5"/>
      <dgm:spPr/>
    </dgm:pt>
    <dgm:pt modelId="{80970E0D-F35B-4978-B062-23CE62D3EB90}" type="pres">
      <dgm:prSet presAssocID="{94B0EDC2-527C-435D-9288-6E6FAD5E756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1672696E-0A5A-4FC2-A513-AEAF6F8E4D23}" type="pres">
      <dgm:prSet presAssocID="{94B0EDC2-527C-435D-9288-6E6FAD5E7560}" presName="spaceRect" presStyleCnt="0"/>
      <dgm:spPr/>
    </dgm:pt>
    <dgm:pt modelId="{A9FC9F27-5B64-4FB0-B2EF-CE7CCA6436B2}" type="pres">
      <dgm:prSet presAssocID="{94B0EDC2-527C-435D-9288-6E6FAD5E7560}" presName="parTx" presStyleLbl="revTx" presStyleIdx="2" presStyleCnt="5">
        <dgm:presLayoutVars>
          <dgm:chMax val="0"/>
          <dgm:chPref val="0"/>
        </dgm:presLayoutVars>
      </dgm:prSet>
      <dgm:spPr/>
    </dgm:pt>
    <dgm:pt modelId="{41786F37-BF63-4A8D-AF0F-1DDDE7DEAF73}" type="pres">
      <dgm:prSet presAssocID="{451C2168-1245-4957-97D9-A1B1FB9D9425}" presName="sibTrans" presStyleCnt="0"/>
      <dgm:spPr/>
    </dgm:pt>
    <dgm:pt modelId="{2B85D37B-1843-4A62-8D6E-5E695FB1B252}" type="pres">
      <dgm:prSet presAssocID="{81BCA044-EE16-4CE3-9B05-238B5DB4D93F}" presName="compNode" presStyleCnt="0"/>
      <dgm:spPr/>
    </dgm:pt>
    <dgm:pt modelId="{A91205BB-370C-4A0D-889C-6633039F397F}" type="pres">
      <dgm:prSet presAssocID="{81BCA044-EE16-4CE3-9B05-238B5DB4D93F}" presName="bgRect" presStyleLbl="bgShp" presStyleIdx="3" presStyleCnt="5"/>
      <dgm:spPr/>
    </dgm:pt>
    <dgm:pt modelId="{8ACABE49-75D6-4006-BBAD-D609A40380C6}" type="pres">
      <dgm:prSet presAssocID="{81BCA044-EE16-4CE3-9B05-238B5DB4D93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1CD8B010-5238-40CE-89F8-AAF9C92554CD}" type="pres">
      <dgm:prSet presAssocID="{81BCA044-EE16-4CE3-9B05-238B5DB4D93F}" presName="spaceRect" presStyleCnt="0"/>
      <dgm:spPr/>
    </dgm:pt>
    <dgm:pt modelId="{FC02FD21-C565-4ACF-A63E-99FDA59F7BFB}" type="pres">
      <dgm:prSet presAssocID="{81BCA044-EE16-4CE3-9B05-238B5DB4D93F}" presName="parTx" presStyleLbl="revTx" presStyleIdx="3" presStyleCnt="5">
        <dgm:presLayoutVars>
          <dgm:chMax val="0"/>
          <dgm:chPref val="0"/>
        </dgm:presLayoutVars>
      </dgm:prSet>
      <dgm:spPr/>
    </dgm:pt>
    <dgm:pt modelId="{BA8CA154-7C97-4C28-BB49-5A26B9EFEF80}" type="pres">
      <dgm:prSet presAssocID="{2218682D-0472-443A-A246-DD9D040342AA}" presName="sibTrans" presStyleCnt="0"/>
      <dgm:spPr/>
    </dgm:pt>
    <dgm:pt modelId="{68B08207-7D27-4838-9129-545DEE9B33F4}" type="pres">
      <dgm:prSet presAssocID="{C32E4095-20A9-4087-8FD6-50D11C73548E}" presName="compNode" presStyleCnt="0"/>
      <dgm:spPr/>
    </dgm:pt>
    <dgm:pt modelId="{15C2A586-E319-420B-8AF6-11BC30B3C666}" type="pres">
      <dgm:prSet presAssocID="{C32E4095-20A9-4087-8FD6-50D11C73548E}" presName="bgRect" presStyleLbl="bgShp" presStyleIdx="4" presStyleCnt="5" custLinFactNeighborX="175" custLinFactNeighborY="-6635"/>
      <dgm:spPr/>
    </dgm:pt>
    <dgm:pt modelId="{A0B5B446-BC9D-46B1-826B-8F8DF9402DF8}" type="pres">
      <dgm:prSet presAssocID="{C32E4095-20A9-4087-8FD6-50D11C73548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CE682EE-CBDA-485C-9FE0-7BCA4236805E}" type="pres">
      <dgm:prSet presAssocID="{C32E4095-20A9-4087-8FD6-50D11C73548E}" presName="spaceRect" presStyleCnt="0"/>
      <dgm:spPr/>
    </dgm:pt>
    <dgm:pt modelId="{45332A9B-056B-4377-9728-4191AC00A64A}" type="pres">
      <dgm:prSet presAssocID="{C32E4095-20A9-4087-8FD6-50D11C73548E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7658AD18-079B-4660-B931-819FA8A49B2C}" type="presOf" srcId="{94B0EDC2-527C-435D-9288-6E6FAD5E7560}" destId="{A9FC9F27-5B64-4FB0-B2EF-CE7CCA6436B2}" srcOrd="0" destOrd="0" presId="urn:microsoft.com/office/officeart/2018/2/layout/IconVerticalSolidList"/>
    <dgm:cxn modelId="{402CBE21-11B5-473B-ACFA-D6EF2800108A}" srcId="{96E224D5-AF8B-46F0-A31A-0B848B3C4156}" destId="{81BCA044-EE16-4CE3-9B05-238B5DB4D93F}" srcOrd="3" destOrd="0" parTransId="{7865A71E-F399-4C3F-92DE-9687CF92F227}" sibTransId="{2218682D-0472-443A-A246-DD9D040342AA}"/>
    <dgm:cxn modelId="{87F1BF2D-C65F-4F1E-984B-47885AD4E31D}" srcId="{96E224D5-AF8B-46F0-A31A-0B848B3C4156}" destId="{EF3A61CD-A76F-40DB-A2C8-57A6029F5DDB}" srcOrd="0" destOrd="0" parTransId="{DFB345DF-9A7F-438D-B852-43C0547932B2}" sibTransId="{8527389D-1642-419E-8153-4E77DC37322A}"/>
    <dgm:cxn modelId="{F6626E60-9574-4506-9710-9E05B1C60EEB}" type="presOf" srcId="{96E224D5-AF8B-46F0-A31A-0B848B3C4156}" destId="{A965C449-C6C9-4EE5-A87F-C6EE30CBDB6B}" srcOrd="0" destOrd="0" presId="urn:microsoft.com/office/officeart/2018/2/layout/IconVerticalSolidList"/>
    <dgm:cxn modelId="{350EC566-38DE-4A8B-9992-6296B3037E48}" type="presOf" srcId="{81BCA044-EE16-4CE3-9B05-238B5DB4D93F}" destId="{FC02FD21-C565-4ACF-A63E-99FDA59F7BFB}" srcOrd="0" destOrd="0" presId="urn:microsoft.com/office/officeart/2018/2/layout/IconVerticalSolidList"/>
    <dgm:cxn modelId="{B2CA6180-BF56-460C-BB03-9B140BEDFC3C}" srcId="{96E224D5-AF8B-46F0-A31A-0B848B3C4156}" destId="{94B0EDC2-527C-435D-9288-6E6FAD5E7560}" srcOrd="2" destOrd="0" parTransId="{CEEB1868-2171-4BB2-9FCB-55406B57295B}" sibTransId="{451C2168-1245-4957-97D9-A1B1FB9D9425}"/>
    <dgm:cxn modelId="{B8F6C58F-6C94-4376-B729-AF4CA0E6FDD3}" type="presOf" srcId="{C32E4095-20A9-4087-8FD6-50D11C73548E}" destId="{45332A9B-056B-4377-9728-4191AC00A64A}" srcOrd="0" destOrd="0" presId="urn:microsoft.com/office/officeart/2018/2/layout/IconVerticalSolidList"/>
    <dgm:cxn modelId="{D6686CAE-76D7-4792-8643-BCC132CA7B8D}" type="presOf" srcId="{EF3A61CD-A76F-40DB-A2C8-57A6029F5DDB}" destId="{51E2679D-DFD1-4C63-954B-24F0F61F2352}" srcOrd="0" destOrd="0" presId="urn:microsoft.com/office/officeart/2018/2/layout/IconVerticalSolidList"/>
    <dgm:cxn modelId="{41BD1FB6-882A-4009-81B2-D285978F0985}" srcId="{96E224D5-AF8B-46F0-A31A-0B848B3C4156}" destId="{C32E4095-20A9-4087-8FD6-50D11C73548E}" srcOrd="4" destOrd="0" parTransId="{832E27DA-0A91-444A-8B88-DBEC2EAB0E8D}" sibTransId="{47DBECB6-4E21-4DA8-8348-773DC3DEE06A}"/>
    <dgm:cxn modelId="{E2DF30C0-FC77-483D-B4D6-7BE798A46F1D}" srcId="{96E224D5-AF8B-46F0-A31A-0B848B3C4156}" destId="{9E37B8C1-8B7F-48C2-89E3-A96DDED125E4}" srcOrd="1" destOrd="0" parTransId="{C2DB9F7B-9CAF-4362-8D61-CE611BD6F830}" sibTransId="{492EE37A-B6D8-40BD-A13D-169F963EAFFE}"/>
    <dgm:cxn modelId="{E53FC8F9-D1CC-4CFA-ADA1-FDD5D455E251}" type="presOf" srcId="{9E37B8C1-8B7F-48C2-89E3-A96DDED125E4}" destId="{12A0292E-6E6F-40E8-8565-221735B81EAE}" srcOrd="0" destOrd="0" presId="urn:microsoft.com/office/officeart/2018/2/layout/IconVerticalSolidList"/>
    <dgm:cxn modelId="{10EE6C9F-CB74-451F-AD53-F201F03D3DA1}" type="presParOf" srcId="{A965C449-C6C9-4EE5-A87F-C6EE30CBDB6B}" destId="{C0BCEB57-B644-4B01-B975-285443653C88}" srcOrd="0" destOrd="0" presId="urn:microsoft.com/office/officeart/2018/2/layout/IconVerticalSolidList"/>
    <dgm:cxn modelId="{A57CC2E7-1E2C-40D8-8E40-A62031C75772}" type="presParOf" srcId="{C0BCEB57-B644-4B01-B975-285443653C88}" destId="{CB9845A5-A37F-4B96-9397-C9BE0E2AB219}" srcOrd="0" destOrd="0" presId="urn:microsoft.com/office/officeart/2018/2/layout/IconVerticalSolidList"/>
    <dgm:cxn modelId="{A7D6540A-A44F-4FDF-83AC-4C300A26CBCC}" type="presParOf" srcId="{C0BCEB57-B644-4B01-B975-285443653C88}" destId="{B31648C1-9B5B-48DF-9D8B-14334340F20C}" srcOrd="1" destOrd="0" presId="urn:microsoft.com/office/officeart/2018/2/layout/IconVerticalSolidList"/>
    <dgm:cxn modelId="{B460D32B-EF00-47AD-AD32-05BA6262218F}" type="presParOf" srcId="{C0BCEB57-B644-4B01-B975-285443653C88}" destId="{7E13C299-736E-4EE5-8D47-79072D29EC91}" srcOrd="2" destOrd="0" presId="urn:microsoft.com/office/officeart/2018/2/layout/IconVerticalSolidList"/>
    <dgm:cxn modelId="{37DAC01A-169A-4A7A-ABAC-85FF126246A8}" type="presParOf" srcId="{C0BCEB57-B644-4B01-B975-285443653C88}" destId="{51E2679D-DFD1-4C63-954B-24F0F61F2352}" srcOrd="3" destOrd="0" presId="urn:microsoft.com/office/officeart/2018/2/layout/IconVerticalSolidList"/>
    <dgm:cxn modelId="{94CFC998-B4D1-4271-AA18-5B965AA078EE}" type="presParOf" srcId="{A965C449-C6C9-4EE5-A87F-C6EE30CBDB6B}" destId="{8474CDC9-FD2B-4962-82CE-743141CD5A3E}" srcOrd="1" destOrd="0" presId="urn:microsoft.com/office/officeart/2018/2/layout/IconVerticalSolidList"/>
    <dgm:cxn modelId="{4098E023-A6C4-41FA-A664-87BAFCEF508E}" type="presParOf" srcId="{A965C449-C6C9-4EE5-A87F-C6EE30CBDB6B}" destId="{FA8628F9-438F-4F4F-9BBC-50A1D163F173}" srcOrd="2" destOrd="0" presId="urn:microsoft.com/office/officeart/2018/2/layout/IconVerticalSolidList"/>
    <dgm:cxn modelId="{55ABC25D-20DD-43C0-AA94-914660DA5BE6}" type="presParOf" srcId="{FA8628F9-438F-4F4F-9BBC-50A1D163F173}" destId="{99639DD7-E260-414B-87C3-8D3D9D20F897}" srcOrd="0" destOrd="0" presId="urn:microsoft.com/office/officeart/2018/2/layout/IconVerticalSolidList"/>
    <dgm:cxn modelId="{3A089438-BA69-4EA0-B58E-6DE0E3691F6B}" type="presParOf" srcId="{FA8628F9-438F-4F4F-9BBC-50A1D163F173}" destId="{FF52F2F6-40C2-4DB1-B161-36C81CDA11D4}" srcOrd="1" destOrd="0" presId="urn:microsoft.com/office/officeart/2018/2/layout/IconVerticalSolidList"/>
    <dgm:cxn modelId="{D8F74F2D-15D9-4326-9619-3971658FD1B4}" type="presParOf" srcId="{FA8628F9-438F-4F4F-9BBC-50A1D163F173}" destId="{04233318-147E-4B56-AF15-1EC91694C967}" srcOrd="2" destOrd="0" presId="urn:microsoft.com/office/officeart/2018/2/layout/IconVerticalSolidList"/>
    <dgm:cxn modelId="{C7A541E7-E6D9-4749-BE21-5813EE3048FC}" type="presParOf" srcId="{FA8628F9-438F-4F4F-9BBC-50A1D163F173}" destId="{12A0292E-6E6F-40E8-8565-221735B81EAE}" srcOrd="3" destOrd="0" presId="urn:microsoft.com/office/officeart/2018/2/layout/IconVerticalSolidList"/>
    <dgm:cxn modelId="{DF0BE9E1-B31B-47D2-B6A0-8F80011ED61B}" type="presParOf" srcId="{A965C449-C6C9-4EE5-A87F-C6EE30CBDB6B}" destId="{6D1D5E34-7671-4E14-8079-F4DE5017BA14}" srcOrd="3" destOrd="0" presId="urn:microsoft.com/office/officeart/2018/2/layout/IconVerticalSolidList"/>
    <dgm:cxn modelId="{646E9372-7BBD-48ED-93FB-5B0D671A42BA}" type="presParOf" srcId="{A965C449-C6C9-4EE5-A87F-C6EE30CBDB6B}" destId="{F06C3D19-61D5-49E9-BB06-A2FD3485BFB7}" srcOrd="4" destOrd="0" presId="urn:microsoft.com/office/officeart/2018/2/layout/IconVerticalSolidList"/>
    <dgm:cxn modelId="{FA09EC3A-B129-4A6A-A32E-AF34ECE05C32}" type="presParOf" srcId="{F06C3D19-61D5-49E9-BB06-A2FD3485BFB7}" destId="{46F99B35-571D-47C1-996F-A4A456C28E81}" srcOrd="0" destOrd="0" presId="urn:microsoft.com/office/officeart/2018/2/layout/IconVerticalSolidList"/>
    <dgm:cxn modelId="{331A969C-B79E-47BD-9F38-C5E76B2636F1}" type="presParOf" srcId="{F06C3D19-61D5-49E9-BB06-A2FD3485BFB7}" destId="{80970E0D-F35B-4978-B062-23CE62D3EB90}" srcOrd="1" destOrd="0" presId="urn:microsoft.com/office/officeart/2018/2/layout/IconVerticalSolidList"/>
    <dgm:cxn modelId="{0DEF279F-79B9-4E1B-A6BB-207D3658A700}" type="presParOf" srcId="{F06C3D19-61D5-49E9-BB06-A2FD3485BFB7}" destId="{1672696E-0A5A-4FC2-A513-AEAF6F8E4D23}" srcOrd="2" destOrd="0" presId="urn:microsoft.com/office/officeart/2018/2/layout/IconVerticalSolidList"/>
    <dgm:cxn modelId="{6CEF11C6-C2EA-4817-92C9-E3609E770127}" type="presParOf" srcId="{F06C3D19-61D5-49E9-BB06-A2FD3485BFB7}" destId="{A9FC9F27-5B64-4FB0-B2EF-CE7CCA6436B2}" srcOrd="3" destOrd="0" presId="urn:microsoft.com/office/officeart/2018/2/layout/IconVerticalSolidList"/>
    <dgm:cxn modelId="{FCC06776-1984-42F3-9896-A015766C7AD9}" type="presParOf" srcId="{A965C449-C6C9-4EE5-A87F-C6EE30CBDB6B}" destId="{41786F37-BF63-4A8D-AF0F-1DDDE7DEAF73}" srcOrd="5" destOrd="0" presId="urn:microsoft.com/office/officeart/2018/2/layout/IconVerticalSolidList"/>
    <dgm:cxn modelId="{191D09EE-BA65-4067-B46C-7DEEE409B614}" type="presParOf" srcId="{A965C449-C6C9-4EE5-A87F-C6EE30CBDB6B}" destId="{2B85D37B-1843-4A62-8D6E-5E695FB1B252}" srcOrd="6" destOrd="0" presId="urn:microsoft.com/office/officeart/2018/2/layout/IconVerticalSolidList"/>
    <dgm:cxn modelId="{6712B4EA-3B16-42FD-B06F-7BCCB7EF8A54}" type="presParOf" srcId="{2B85D37B-1843-4A62-8D6E-5E695FB1B252}" destId="{A91205BB-370C-4A0D-889C-6633039F397F}" srcOrd="0" destOrd="0" presId="urn:microsoft.com/office/officeart/2018/2/layout/IconVerticalSolidList"/>
    <dgm:cxn modelId="{319B5079-2F22-492D-B368-9D4556290367}" type="presParOf" srcId="{2B85D37B-1843-4A62-8D6E-5E695FB1B252}" destId="{8ACABE49-75D6-4006-BBAD-D609A40380C6}" srcOrd="1" destOrd="0" presId="urn:microsoft.com/office/officeart/2018/2/layout/IconVerticalSolidList"/>
    <dgm:cxn modelId="{3020BF3B-8C52-4009-9BB5-A74FEC1C5435}" type="presParOf" srcId="{2B85D37B-1843-4A62-8D6E-5E695FB1B252}" destId="{1CD8B010-5238-40CE-89F8-AAF9C92554CD}" srcOrd="2" destOrd="0" presId="urn:microsoft.com/office/officeart/2018/2/layout/IconVerticalSolidList"/>
    <dgm:cxn modelId="{F9A2F9B0-B0EB-49FB-B8D7-EFF97E60F35A}" type="presParOf" srcId="{2B85D37B-1843-4A62-8D6E-5E695FB1B252}" destId="{FC02FD21-C565-4ACF-A63E-99FDA59F7BFB}" srcOrd="3" destOrd="0" presId="urn:microsoft.com/office/officeart/2018/2/layout/IconVerticalSolidList"/>
    <dgm:cxn modelId="{CC4878D5-16BB-4A63-8F4B-14F0E5534352}" type="presParOf" srcId="{A965C449-C6C9-4EE5-A87F-C6EE30CBDB6B}" destId="{BA8CA154-7C97-4C28-BB49-5A26B9EFEF80}" srcOrd="7" destOrd="0" presId="urn:microsoft.com/office/officeart/2018/2/layout/IconVerticalSolidList"/>
    <dgm:cxn modelId="{D0F464FA-F977-457D-B5BE-268D84035BD5}" type="presParOf" srcId="{A965C449-C6C9-4EE5-A87F-C6EE30CBDB6B}" destId="{68B08207-7D27-4838-9129-545DEE9B33F4}" srcOrd="8" destOrd="0" presId="urn:microsoft.com/office/officeart/2018/2/layout/IconVerticalSolidList"/>
    <dgm:cxn modelId="{BC9A739B-3D3A-48F3-B77E-283AFF253206}" type="presParOf" srcId="{68B08207-7D27-4838-9129-545DEE9B33F4}" destId="{15C2A586-E319-420B-8AF6-11BC30B3C666}" srcOrd="0" destOrd="0" presId="urn:microsoft.com/office/officeart/2018/2/layout/IconVerticalSolidList"/>
    <dgm:cxn modelId="{2257ADCB-8C18-4F56-9C41-68681E686AF5}" type="presParOf" srcId="{68B08207-7D27-4838-9129-545DEE9B33F4}" destId="{A0B5B446-BC9D-46B1-826B-8F8DF9402DF8}" srcOrd="1" destOrd="0" presId="urn:microsoft.com/office/officeart/2018/2/layout/IconVerticalSolidList"/>
    <dgm:cxn modelId="{E7AD10CC-C480-4AD9-88E5-D3EDEC01E028}" type="presParOf" srcId="{68B08207-7D27-4838-9129-545DEE9B33F4}" destId="{3CE682EE-CBDA-485C-9FE0-7BCA4236805E}" srcOrd="2" destOrd="0" presId="urn:microsoft.com/office/officeart/2018/2/layout/IconVerticalSolidList"/>
    <dgm:cxn modelId="{D05678BA-C678-4180-9983-4BD1E867B720}" type="presParOf" srcId="{68B08207-7D27-4838-9129-545DEE9B33F4}" destId="{45332A9B-056B-4377-9728-4191AC00A64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F66853E-856A-4041-8F5C-EAA91E620D53}" type="doc">
      <dgm:prSet loTypeId="urn:microsoft.com/office/officeart/2005/8/layout/list1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BCEF7BC-31F7-49E7-BFFE-93D7FAAE0BAA}">
      <dgm:prSet phldr="0"/>
      <dgm:spPr/>
      <dgm:t>
        <a:bodyPr/>
        <a:lstStyle/>
        <a:p>
          <a:r>
            <a:rPr lang="nl-NL">
              <a:latin typeface="Century Schoolbook"/>
              <a:ea typeface="+mn-ea"/>
              <a:cs typeface="+mn-cs"/>
            </a:rPr>
            <a:t>POS-Tagging</a:t>
          </a:r>
          <a:endParaRPr lang="nl-NL">
            <a:ea typeface="+mn-ea"/>
            <a:cs typeface="+mn-cs"/>
          </a:endParaRPr>
        </a:p>
      </dgm:t>
    </dgm:pt>
    <dgm:pt modelId="{1D26FCDC-C7E9-4D5A-92CF-99D0319B3B45}" type="parTrans" cxnId="{31C18A5E-0ADE-4E4D-9BC2-C562714ECCC1}">
      <dgm:prSet/>
      <dgm:spPr/>
      <dgm:t>
        <a:bodyPr/>
        <a:lstStyle/>
        <a:p>
          <a:endParaRPr lang="en-US"/>
        </a:p>
      </dgm:t>
    </dgm:pt>
    <dgm:pt modelId="{F503F5D1-4F04-4222-830E-CE45811A190C}" type="sibTrans" cxnId="{31C18A5E-0ADE-4E4D-9BC2-C562714ECCC1}">
      <dgm:prSet/>
      <dgm:spPr/>
      <dgm:t>
        <a:bodyPr/>
        <a:lstStyle/>
        <a:p>
          <a:endParaRPr lang="en-US"/>
        </a:p>
      </dgm:t>
    </dgm:pt>
    <dgm:pt modelId="{27F32974-51CD-45D8-9370-BC69801ABAB2}">
      <dgm:prSet phldr="0"/>
      <dgm:spPr/>
      <dgm:t>
        <a:bodyPr/>
        <a:lstStyle/>
        <a:p>
          <a:r>
            <a:rPr lang="nl-NL" baseline="0">
              <a:latin typeface="Century Schoolbook" panose="02040604050505020304"/>
              <a:ea typeface="+mn-ea"/>
              <a:cs typeface="+mn-cs"/>
            </a:rPr>
            <a:t>TF-IDF</a:t>
          </a:r>
          <a:endParaRPr lang="en-US" baseline="0">
            <a:latin typeface="Century Schoolbook" panose="02040604050505020304"/>
            <a:ea typeface="+mn-ea"/>
            <a:cs typeface="+mn-cs"/>
          </a:endParaRPr>
        </a:p>
      </dgm:t>
    </dgm:pt>
    <dgm:pt modelId="{F5C82BEC-97E1-4E5D-BD42-99B07DFBB49D}" type="parTrans" cxnId="{CE1B1BC4-7925-4BFE-9B9F-0FBF7AEF8384}">
      <dgm:prSet/>
      <dgm:spPr/>
    </dgm:pt>
    <dgm:pt modelId="{8599B3D7-2A39-4BC8-90F3-6991BF5DEFDF}" type="sibTrans" cxnId="{CE1B1BC4-7925-4BFE-9B9F-0FBF7AEF8384}">
      <dgm:prSet/>
      <dgm:spPr/>
      <dgm:t>
        <a:bodyPr/>
        <a:lstStyle/>
        <a:p>
          <a:endParaRPr lang="en-US"/>
        </a:p>
      </dgm:t>
    </dgm:pt>
    <dgm:pt modelId="{560A3BBF-ABC6-4680-9861-4898C7ED62D5}" type="pres">
      <dgm:prSet presAssocID="{2F66853E-856A-4041-8F5C-EAA91E620D53}" presName="linear" presStyleCnt="0">
        <dgm:presLayoutVars>
          <dgm:dir/>
          <dgm:animLvl val="lvl"/>
          <dgm:resizeHandles val="exact"/>
        </dgm:presLayoutVars>
      </dgm:prSet>
      <dgm:spPr/>
    </dgm:pt>
    <dgm:pt modelId="{F3F59F38-E75F-436D-8FF8-F1BE1D9A8B90}" type="pres">
      <dgm:prSet presAssocID="{27F32974-51CD-45D8-9370-BC69801ABAB2}" presName="parentLin" presStyleCnt="0"/>
      <dgm:spPr/>
    </dgm:pt>
    <dgm:pt modelId="{71AECBA3-29A1-4FB0-9B11-481DEACAA0AD}" type="pres">
      <dgm:prSet presAssocID="{27F32974-51CD-45D8-9370-BC69801ABAB2}" presName="parentLeftMargin" presStyleLbl="node1" presStyleIdx="0" presStyleCnt="2"/>
      <dgm:spPr/>
    </dgm:pt>
    <dgm:pt modelId="{554D7109-BE9C-4728-92F2-86FCA8F1B0B7}" type="pres">
      <dgm:prSet presAssocID="{27F32974-51CD-45D8-9370-BC69801ABAB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0E3924F-4B8A-4E10-B905-7CF931F5A59E}" type="pres">
      <dgm:prSet presAssocID="{27F32974-51CD-45D8-9370-BC69801ABAB2}" presName="negativeSpace" presStyleCnt="0"/>
      <dgm:spPr/>
    </dgm:pt>
    <dgm:pt modelId="{D790286A-18B8-4B9E-AD23-582EE0C060EC}" type="pres">
      <dgm:prSet presAssocID="{27F32974-51CD-45D8-9370-BC69801ABAB2}" presName="childText" presStyleLbl="conFgAcc1" presStyleIdx="0" presStyleCnt="2">
        <dgm:presLayoutVars>
          <dgm:bulletEnabled val="1"/>
        </dgm:presLayoutVars>
      </dgm:prSet>
      <dgm:spPr/>
    </dgm:pt>
    <dgm:pt modelId="{7356DCB7-D770-4ABD-8081-863053D57905}" type="pres">
      <dgm:prSet presAssocID="{8599B3D7-2A39-4BC8-90F3-6991BF5DEFDF}" presName="spaceBetweenRectangles" presStyleCnt="0"/>
      <dgm:spPr/>
    </dgm:pt>
    <dgm:pt modelId="{9AACC8D0-57E0-40BD-B0C5-DF1129720721}" type="pres">
      <dgm:prSet presAssocID="{CBCEF7BC-31F7-49E7-BFFE-93D7FAAE0BAA}" presName="parentLin" presStyleCnt="0"/>
      <dgm:spPr/>
    </dgm:pt>
    <dgm:pt modelId="{97C105A4-DA81-4932-B7AF-8BE928CE218E}" type="pres">
      <dgm:prSet presAssocID="{CBCEF7BC-31F7-49E7-BFFE-93D7FAAE0BAA}" presName="parentLeftMargin" presStyleLbl="node1" presStyleIdx="0" presStyleCnt="2"/>
      <dgm:spPr/>
    </dgm:pt>
    <dgm:pt modelId="{8EA253A4-235F-4CE9-9D50-DC4BA14D7ACE}" type="pres">
      <dgm:prSet presAssocID="{CBCEF7BC-31F7-49E7-BFFE-93D7FAAE0BA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B9F4BE0-E77F-4405-84DD-B7786917BBCD}" type="pres">
      <dgm:prSet presAssocID="{CBCEF7BC-31F7-49E7-BFFE-93D7FAAE0BAA}" presName="negativeSpace" presStyleCnt="0"/>
      <dgm:spPr/>
    </dgm:pt>
    <dgm:pt modelId="{DA072099-D96C-4BEF-B953-8C6F46F65A3C}" type="pres">
      <dgm:prSet presAssocID="{CBCEF7BC-31F7-49E7-BFFE-93D7FAAE0BAA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AAA86A08-1A79-484C-90DC-4C2B2EBF392F}" type="presOf" srcId="{27F32974-51CD-45D8-9370-BC69801ABAB2}" destId="{554D7109-BE9C-4728-92F2-86FCA8F1B0B7}" srcOrd="1" destOrd="0" presId="urn:microsoft.com/office/officeart/2005/8/layout/list1"/>
    <dgm:cxn modelId="{A1A3DA2C-CAD0-4858-871D-D25B2499FC0A}" type="presOf" srcId="{CBCEF7BC-31F7-49E7-BFFE-93D7FAAE0BAA}" destId="{97C105A4-DA81-4932-B7AF-8BE928CE218E}" srcOrd="0" destOrd="0" presId="urn:microsoft.com/office/officeart/2005/8/layout/list1"/>
    <dgm:cxn modelId="{31C18A5E-0ADE-4E4D-9BC2-C562714ECCC1}" srcId="{2F66853E-856A-4041-8F5C-EAA91E620D53}" destId="{CBCEF7BC-31F7-49E7-BFFE-93D7FAAE0BAA}" srcOrd="1" destOrd="0" parTransId="{1D26FCDC-C7E9-4D5A-92CF-99D0319B3B45}" sibTransId="{F503F5D1-4F04-4222-830E-CE45811A190C}"/>
    <dgm:cxn modelId="{CE1B1BC4-7925-4BFE-9B9F-0FBF7AEF8384}" srcId="{2F66853E-856A-4041-8F5C-EAA91E620D53}" destId="{27F32974-51CD-45D8-9370-BC69801ABAB2}" srcOrd="0" destOrd="0" parTransId="{F5C82BEC-97E1-4E5D-BD42-99B07DFBB49D}" sibTransId="{8599B3D7-2A39-4BC8-90F3-6991BF5DEFDF}"/>
    <dgm:cxn modelId="{B663D4E1-075F-4F24-83F5-C1CDEAE5E5FD}" type="presOf" srcId="{CBCEF7BC-31F7-49E7-BFFE-93D7FAAE0BAA}" destId="{8EA253A4-235F-4CE9-9D50-DC4BA14D7ACE}" srcOrd="1" destOrd="0" presId="urn:microsoft.com/office/officeart/2005/8/layout/list1"/>
    <dgm:cxn modelId="{8374FBF1-F264-4837-999E-58E32A47CEF0}" type="presOf" srcId="{27F32974-51CD-45D8-9370-BC69801ABAB2}" destId="{71AECBA3-29A1-4FB0-9B11-481DEACAA0AD}" srcOrd="0" destOrd="0" presId="urn:microsoft.com/office/officeart/2005/8/layout/list1"/>
    <dgm:cxn modelId="{22DCCDFA-C12E-4D62-9BF8-C1D1C704FF41}" type="presOf" srcId="{2F66853E-856A-4041-8F5C-EAA91E620D53}" destId="{560A3BBF-ABC6-4680-9861-4898C7ED62D5}" srcOrd="0" destOrd="0" presId="urn:microsoft.com/office/officeart/2005/8/layout/list1"/>
    <dgm:cxn modelId="{844D6312-E1E7-4E7C-8288-E1E830BE76CD}" type="presParOf" srcId="{560A3BBF-ABC6-4680-9861-4898C7ED62D5}" destId="{F3F59F38-E75F-436D-8FF8-F1BE1D9A8B90}" srcOrd="0" destOrd="0" presId="urn:microsoft.com/office/officeart/2005/8/layout/list1"/>
    <dgm:cxn modelId="{4054D0F9-0608-48CE-BC0C-25E3D5AC35F3}" type="presParOf" srcId="{F3F59F38-E75F-436D-8FF8-F1BE1D9A8B90}" destId="{71AECBA3-29A1-4FB0-9B11-481DEACAA0AD}" srcOrd="0" destOrd="0" presId="urn:microsoft.com/office/officeart/2005/8/layout/list1"/>
    <dgm:cxn modelId="{8F917E8D-83B1-4A0C-9191-798CD973D116}" type="presParOf" srcId="{F3F59F38-E75F-436D-8FF8-F1BE1D9A8B90}" destId="{554D7109-BE9C-4728-92F2-86FCA8F1B0B7}" srcOrd="1" destOrd="0" presId="urn:microsoft.com/office/officeart/2005/8/layout/list1"/>
    <dgm:cxn modelId="{2A0D078B-343B-4E73-A260-7DF9B7556B1A}" type="presParOf" srcId="{560A3BBF-ABC6-4680-9861-4898C7ED62D5}" destId="{D0E3924F-4B8A-4E10-B905-7CF931F5A59E}" srcOrd="1" destOrd="0" presId="urn:microsoft.com/office/officeart/2005/8/layout/list1"/>
    <dgm:cxn modelId="{8EAAFE18-D8BB-48AA-94A0-D5A141EDFDC0}" type="presParOf" srcId="{560A3BBF-ABC6-4680-9861-4898C7ED62D5}" destId="{D790286A-18B8-4B9E-AD23-582EE0C060EC}" srcOrd="2" destOrd="0" presId="urn:microsoft.com/office/officeart/2005/8/layout/list1"/>
    <dgm:cxn modelId="{18E6E9E9-FB6F-4283-AFA7-B3FD912755D0}" type="presParOf" srcId="{560A3BBF-ABC6-4680-9861-4898C7ED62D5}" destId="{7356DCB7-D770-4ABD-8081-863053D57905}" srcOrd="3" destOrd="0" presId="urn:microsoft.com/office/officeart/2005/8/layout/list1"/>
    <dgm:cxn modelId="{3DDAA85E-0405-4076-9ED8-09BB6E1D1C0C}" type="presParOf" srcId="{560A3BBF-ABC6-4680-9861-4898C7ED62D5}" destId="{9AACC8D0-57E0-40BD-B0C5-DF1129720721}" srcOrd="4" destOrd="0" presId="urn:microsoft.com/office/officeart/2005/8/layout/list1"/>
    <dgm:cxn modelId="{8D92CD7F-AC12-42A0-82E5-2B7D488D6B6D}" type="presParOf" srcId="{9AACC8D0-57E0-40BD-B0C5-DF1129720721}" destId="{97C105A4-DA81-4932-B7AF-8BE928CE218E}" srcOrd="0" destOrd="0" presId="urn:microsoft.com/office/officeart/2005/8/layout/list1"/>
    <dgm:cxn modelId="{1F6563B2-AF43-4C56-8B24-08C54D022E9D}" type="presParOf" srcId="{9AACC8D0-57E0-40BD-B0C5-DF1129720721}" destId="{8EA253A4-235F-4CE9-9D50-DC4BA14D7ACE}" srcOrd="1" destOrd="0" presId="urn:microsoft.com/office/officeart/2005/8/layout/list1"/>
    <dgm:cxn modelId="{4A49C17F-2FEE-4AE2-A726-7F4F64AF0EEB}" type="presParOf" srcId="{560A3BBF-ABC6-4680-9861-4898C7ED62D5}" destId="{1B9F4BE0-E77F-4405-84DD-B7786917BBCD}" srcOrd="5" destOrd="0" presId="urn:microsoft.com/office/officeart/2005/8/layout/list1"/>
    <dgm:cxn modelId="{D9E5CF40-C39B-4532-9718-D4B51D925734}" type="presParOf" srcId="{560A3BBF-ABC6-4680-9861-4898C7ED62D5}" destId="{DA072099-D96C-4BEF-B953-8C6F46F65A3C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F66853E-856A-4041-8F5C-EAA91E620D53}" type="doc">
      <dgm:prSet loTypeId="urn:microsoft.com/office/officeart/2005/8/layout/list1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45A93F-D520-4249-AB0F-06AF30B77CFE}">
      <dgm:prSet phldr="0"/>
      <dgm:spPr/>
      <dgm:t>
        <a:bodyPr/>
        <a:lstStyle/>
        <a:p>
          <a:r>
            <a:rPr lang="nl-NL" sz="1100" baseline="0" err="1">
              <a:latin typeface="Calibri"/>
              <a:ea typeface="Calibri"/>
              <a:cs typeface="Calibri"/>
            </a:rPr>
            <a:t>Embeddings</a:t>
          </a:r>
          <a:endParaRPr lang="en-US" sz="1100" baseline="0" err="1">
            <a:latin typeface="Calibri"/>
            <a:ea typeface="Calibri"/>
            <a:cs typeface="Calibri"/>
          </a:endParaRPr>
        </a:p>
      </dgm:t>
    </dgm:pt>
    <dgm:pt modelId="{826DB30B-A2CA-409D-9AE8-C7DB1E3CE046}" type="parTrans" cxnId="{C86A8FDF-12CE-40B8-880C-BEEF06547600}">
      <dgm:prSet/>
      <dgm:spPr/>
    </dgm:pt>
    <dgm:pt modelId="{51C9AE50-050B-43D2-8021-90B33DFBECC1}" type="sibTrans" cxnId="{C86A8FDF-12CE-40B8-880C-BEEF06547600}">
      <dgm:prSet/>
      <dgm:spPr/>
    </dgm:pt>
    <dgm:pt modelId="{24F43DDF-4619-4DBF-9E95-3F9D559FC415}">
      <dgm:prSet phldr="0"/>
      <dgm:spPr/>
      <dgm:t>
        <a:bodyPr/>
        <a:lstStyle/>
        <a:p>
          <a:r>
            <a:rPr lang="nl-NL" sz="1100">
              <a:latin typeface="Calibri"/>
              <a:ea typeface="Calibri"/>
              <a:cs typeface="Calibri"/>
            </a:rPr>
            <a:t>Speaker Tagging</a:t>
          </a:r>
          <a:endParaRPr lang="en-US" sz="1100">
            <a:latin typeface="Calibri"/>
            <a:ea typeface="Calibri"/>
            <a:cs typeface="Calibri"/>
          </a:endParaRPr>
        </a:p>
      </dgm:t>
    </dgm:pt>
    <dgm:pt modelId="{97CF8276-8D6E-49FB-AE9E-2970AA0ABB6B}" type="parTrans" cxnId="{BA9D71D6-E685-44C6-9087-4C15ECBD19BA}">
      <dgm:prSet/>
      <dgm:spPr/>
    </dgm:pt>
    <dgm:pt modelId="{05F68268-0C4B-4710-9878-EF14DDF092BD}" type="sibTrans" cxnId="{BA9D71D6-E685-44C6-9087-4C15ECBD19BA}">
      <dgm:prSet/>
      <dgm:spPr/>
    </dgm:pt>
    <dgm:pt modelId="{560A3BBF-ABC6-4680-9861-4898C7ED62D5}" type="pres">
      <dgm:prSet presAssocID="{2F66853E-856A-4041-8F5C-EAA91E620D53}" presName="linear" presStyleCnt="0">
        <dgm:presLayoutVars>
          <dgm:dir/>
          <dgm:animLvl val="lvl"/>
          <dgm:resizeHandles val="exact"/>
        </dgm:presLayoutVars>
      </dgm:prSet>
      <dgm:spPr/>
    </dgm:pt>
    <dgm:pt modelId="{2118B398-E950-4E80-B51C-4D2306977729}" type="pres">
      <dgm:prSet presAssocID="{C845A93F-D520-4249-AB0F-06AF30B77CFE}" presName="parentLin" presStyleCnt="0"/>
      <dgm:spPr/>
    </dgm:pt>
    <dgm:pt modelId="{A1CFB8A5-B158-4138-89BA-69D8ACE53D91}" type="pres">
      <dgm:prSet presAssocID="{C845A93F-D520-4249-AB0F-06AF30B77CFE}" presName="parentLeftMargin" presStyleLbl="node1" presStyleIdx="0" presStyleCnt="2"/>
      <dgm:spPr/>
    </dgm:pt>
    <dgm:pt modelId="{8AD483F2-73A7-4088-A3EA-3A45660BD83C}" type="pres">
      <dgm:prSet presAssocID="{C845A93F-D520-4249-AB0F-06AF30B77CF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AA009FC-44BB-43DA-8434-12365938DF1C}" type="pres">
      <dgm:prSet presAssocID="{C845A93F-D520-4249-AB0F-06AF30B77CFE}" presName="negativeSpace" presStyleCnt="0"/>
      <dgm:spPr/>
    </dgm:pt>
    <dgm:pt modelId="{56F925CA-E46C-4B20-BC6E-FA7101EE5E81}" type="pres">
      <dgm:prSet presAssocID="{C845A93F-D520-4249-AB0F-06AF30B77CFE}" presName="childText" presStyleLbl="conFgAcc1" presStyleIdx="0" presStyleCnt="2">
        <dgm:presLayoutVars>
          <dgm:bulletEnabled val="1"/>
        </dgm:presLayoutVars>
      </dgm:prSet>
      <dgm:spPr/>
    </dgm:pt>
    <dgm:pt modelId="{B8106237-66F6-4527-B8BF-14CF69FA1557}" type="pres">
      <dgm:prSet presAssocID="{51C9AE50-050B-43D2-8021-90B33DFBECC1}" presName="spaceBetweenRectangles" presStyleCnt="0"/>
      <dgm:spPr/>
    </dgm:pt>
    <dgm:pt modelId="{D38300ED-8255-42C0-9124-20AFD1FBE4EC}" type="pres">
      <dgm:prSet presAssocID="{24F43DDF-4619-4DBF-9E95-3F9D559FC415}" presName="parentLin" presStyleCnt="0"/>
      <dgm:spPr/>
    </dgm:pt>
    <dgm:pt modelId="{5E0A97F6-F1B4-44B8-B166-2C1063F36670}" type="pres">
      <dgm:prSet presAssocID="{24F43DDF-4619-4DBF-9E95-3F9D559FC415}" presName="parentLeftMargin" presStyleLbl="node1" presStyleIdx="0" presStyleCnt="2"/>
      <dgm:spPr/>
    </dgm:pt>
    <dgm:pt modelId="{A7BBD8CA-0D03-4635-B99A-7F3CC5430BEB}" type="pres">
      <dgm:prSet presAssocID="{24F43DDF-4619-4DBF-9E95-3F9D559FC41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48765A7-4D55-4D3F-8C80-044226B5EF82}" type="pres">
      <dgm:prSet presAssocID="{24F43DDF-4619-4DBF-9E95-3F9D559FC415}" presName="negativeSpace" presStyleCnt="0"/>
      <dgm:spPr/>
    </dgm:pt>
    <dgm:pt modelId="{56509018-A8E9-4545-B779-755BDD9021D8}" type="pres">
      <dgm:prSet presAssocID="{24F43DDF-4619-4DBF-9E95-3F9D559FC415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CCF1C854-69CA-4745-99B8-EE8B73586166}" type="presOf" srcId="{24F43DDF-4619-4DBF-9E95-3F9D559FC415}" destId="{A7BBD8CA-0D03-4635-B99A-7F3CC5430BEB}" srcOrd="1" destOrd="0" presId="urn:microsoft.com/office/officeart/2005/8/layout/list1"/>
    <dgm:cxn modelId="{49C26584-F9D7-4988-9355-5873D76CD2D7}" type="presOf" srcId="{C845A93F-D520-4249-AB0F-06AF30B77CFE}" destId="{A1CFB8A5-B158-4138-89BA-69D8ACE53D91}" srcOrd="0" destOrd="0" presId="urn:microsoft.com/office/officeart/2005/8/layout/list1"/>
    <dgm:cxn modelId="{848349C4-F66F-406C-B740-6E67F74A7FA2}" type="presOf" srcId="{24F43DDF-4619-4DBF-9E95-3F9D559FC415}" destId="{5E0A97F6-F1B4-44B8-B166-2C1063F36670}" srcOrd="0" destOrd="0" presId="urn:microsoft.com/office/officeart/2005/8/layout/list1"/>
    <dgm:cxn modelId="{52DBB0D2-D53B-4E3D-926E-9FE91DFF52DA}" type="presOf" srcId="{C845A93F-D520-4249-AB0F-06AF30B77CFE}" destId="{8AD483F2-73A7-4088-A3EA-3A45660BD83C}" srcOrd="1" destOrd="0" presId="urn:microsoft.com/office/officeart/2005/8/layout/list1"/>
    <dgm:cxn modelId="{BA9D71D6-E685-44C6-9087-4C15ECBD19BA}" srcId="{2F66853E-856A-4041-8F5C-EAA91E620D53}" destId="{24F43DDF-4619-4DBF-9E95-3F9D559FC415}" srcOrd="1" destOrd="0" parTransId="{97CF8276-8D6E-49FB-AE9E-2970AA0ABB6B}" sibTransId="{05F68268-0C4B-4710-9878-EF14DDF092BD}"/>
    <dgm:cxn modelId="{C86A8FDF-12CE-40B8-880C-BEEF06547600}" srcId="{2F66853E-856A-4041-8F5C-EAA91E620D53}" destId="{C845A93F-D520-4249-AB0F-06AF30B77CFE}" srcOrd="0" destOrd="0" parTransId="{826DB30B-A2CA-409D-9AE8-C7DB1E3CE046}" sibTransId="{51C9AE50-050B-43D2-8021-90B33DFBECC1}"/>
    <dgm:cxn modelId="{22DCCDFA-C12E-4D62-9BF8-C1D1C704FF41}" type="presOf" srcId="{2F66853E-856A-4041-8F5C-EAA91E620D53}" destId="{560A3BBF-ABC6-4680-9861-4898C7ED62D5}" srcOrd="0" destOrd="0" presId="urn:microsoft.com/office/officeart/2005/8/layout/list1"/>
    <dgm:cxn modelId="{385B2A09-81E9-4F06-801B-9D76CAAF423C}" type="presParOf" srcId="{560A3BBF-ABC6-4680-9861-4898C7ED62D5}" destId="{2118B398-E950-4E80-B51C-4D2306977729}" srcOrd="0" destOrd="0" presId="urn:microsoft.com/office/officeart/2005/8/layout/list1"/>
    <dgm:cxn modelId="{77797CAD-4D56-4018-AF9A-77D9C4BCFD2C}" type="presParOf" srcId="{2118B398-E950-4E80-B51C-4D2306977729}" destId="{A1CFB8A5-B158-4138-89BA-69D8ACE53D91}" srcOrd="0" destOrd="0" presId="urn:microsoft.com/office/officeart/2005/8/layout/list1"/>
    <dgm:cxn modelId="{1F51CB72-49B3-4E63-B08D-D25AA09E4CB5}" type="presParOf" srcId="{2118B398-E950-4E80-B51C-4D2306977729}" destId="{8AD483F2-73A7-4088-A3EA-3A45660BD83C}" srcOrd="1" destOrd="0" presId="urn:microsoft.com/office/officeart/2005/8/layout/list1"/>
    <dgm:cxn modelId="{BD706589-9535-4BFF-83E4-28B20B4E7EE9}" type="presParOf" srcId="{560A3BBF-ABC6-4680-9861-4898C7ED62D5}" destId="{0AA009FC-44BB-43DA-8434-12365938DF1C}" srcOrd="1" destOrd="0" presId="urn:microsoft.com/office/officeart/2005/8/layout/list1"/>
    <dgm:cxn modelId="{9EB77113-EE5D-43C3-9883-91FB78E95113}" type="presParOf" srcId="{560A3BBF-ABC6-4680-9861-4898C7ED62D5}" destId="{56F925CA-E46C-4B20-BC6E-FA7101EE5E81}" srcOrd="2" destOrd="0" presId="urn:microsoft.com/office/officeart/2005/8/layout/list1"/>
    <dgm:cxn modelId="{1A51B478-094B-4671-97C2-8FC64CBC104F}" type="presParOf" srcId="{560A3BBF-ABC6-4680-9861-4898C7ED62D5}" destId="{B8106237-66F6-4527-B8BF-14CF69FA1557}" srcOrd="3" destOrd="0" presId="urn:microsoft.com/office/officeart/2005/8/layout/list1"/>
    <dgm:cxn modelId="{47CEE665-BDC7-4C0B-8EBF-F7D432E648D9}" type="presParOf" srcId="{560A3BBF-ABC6-4680-9861-4898C7ED62D5}" destId="{D38300ED-8255-42C0-9124-20AFD1FBE4EC}" srcOrd="4" destOrd="0" presId="urn:microsoft.com/office/officeart/2005/8/layout/list1"/>
    <dgm:cxn modelId="{E19FE977-74C8-4F18-A8C2-305F8D00C22D}" type="presParOf" srcId="{D38300ED-8255-42C0-9124-20AFD1FBE4EC}" destId="{5E0A97F6-F1B4-44B8-B166-2C1063F36670}" srcOrd="0" destOrd="0" presId="urn:microsoft.com/office/officeart/2005/8/layout/list1"/>
    <dgm:cxn modelId="{9BEB01FD-DB03-4539-A98F-5B9E4101531E}" type="presParOf" srcId="{D38300ED-8255-42C0-9124-20AFD1FBE4EC}" destId="{A7BBD8CA-0D03-4635-B99A-7F3CC5430BEB}" srcOrd="1" destOrd="0" presId="urn:microsoft.com/office/officeart/2005/8/layout/list1"/>
    <dgm:cxn modelId="{C751C0EB-06B6-46F9-BD89-9550342BD7DB}" type="presParOf" srcId="{560A3BBF-ABC6-4680-9861-4898C7ED62D5}" destId="{048765A7-4D55-4D3F-8C80-044226B5EF82}" srcOrd="5" destOrd="0" presId="urn:microsoft.com/office/officeart/2005/8/layout/list1"/>
    <dgm:cxn modelId="{51F94D42-ECC5-4BD7-BB1E-76737058004B}" type="presParOf" srcId="{560A3BBF-ABC6-4680-9861-4898C7ED62D5}" destId="{56509018-A8E9-4545-B779-755BDD9021D8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497FBC9-1EBE-4824-9670-C52FFFD88F99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CA62BF0-59BF-4F80-9CFB-04A27E46FE91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nl-NL" sz="1100" baseline="0">
              <a:latin typeface="Calibri"/>
              <a:ea typeface="Calibri"/>
              <a:cs typeface="Calibri"/>
            </a:rPr>
            <a:t>Data  </a:t>
          </a:r>
          <a:r>
            <a:rPr lang="nl-NL" sz="1100" baseline="0" err="1">
              <a:latin typeface="Calibri"/>
              <a:ea typeface="Calibri"/>
              <a:cs typeface="Calibri"/>
            </a:rPr>
            <a:t>prerocessing</a:t>
          </a:r>
          <a:r>
            <a:rPr lang="nl-NL" sz="1100" baseline="0">
              <a:latin typeface="Calibri"/>
              <a:ea typeface="Calibri"/>
              <a:cs typeface="Calibri"/>
            </a:rPr>
            <a:t> </a:t>
          </a:r>
          <a:r>
            <a:rPr lang="nl-NL" sz="1100" baseline="0" err="1">
              <a:latin typeface="Calibri"/>
              <a:ea typeface="Calibri"/>
              <a:cs typeface="Calibri"/>
            </a:rPr>
            <a:t>and</a:t>
          </a:r>
          <a:r>
            <a:rPr lang="nl-NL" sz="1100" baseline="0">
              <a:latin typeface="Calibri"/>
              <a:ea typeface="Calibri"/>
              <a:cs typeface="Calibri"/>
            </a:rPr>
            <a:t> </a:t>
          </a:r>
          <a:r>
            <a:rPr lang="nl-NL" sz="1100" baseline="0" err="1">
              <a:latin typeface="Calibri"/>
              <a:ea typeface="Calibri"/>
              <a:cs typeface="Calibri"/>
            </a:rPr>
            <a:t>architecture</a:t>
          </a:r>
          <a:r>
            <a:rPr lang="nl-NL" sz="1100" baseline="0">
              <a:latin typeface="Calibri"/>
              <a:ea typeface="Calibri"/>
              <a:cs typeface="Calibri"/>
            </a:rPr>
            <a:t> (</a:t>
          </a:r>
          <a:r>
            <a:rPr lang="nl-NL" sz="1100" baseline="0" err="1">
              <a:latin typeface="Calibri"/>
              <a:ea typeface="Calibri"/>
              <a:cs typeface="Calibri"/>
            </a:rPr>
            <a:t>enc</a:t>
          </a:r>
          <a:r>
            <a:rPr lang="nl-NL" sz="1100" baseline="0">
              <a:latin typeface="Calibri"/>
              <a:ea typeface="Calibri"/>
              <a:cs typeface="Calibri"/>
            </a:rPr>
            <a:t> – dec)</a:t>
          </a:r>
          <a:endParaRPr lang="en-US"/>
        </a:p>
      </dgm:t>
    </dgm:pt>
    <dgm:pt modelId="{43498681-EA26-4E45-B856-9998616BACE3}" type="parTrans" cxnId="{B727FA54-4847-47B2-9DBB-ABD1F93DB07F}">
      <dgm:prSet/>
      <dgm:spPr/>
      <dgm:t>
        <a:bodyPr/>
        <a:lstStyle/>
        <a:p>
          <a:endParaRPr lang="en-US"/>
        </a:p>
      </dgm:t>
    </dgm:pt>
    <dgm:pt modelId="{ADA80E6D-1272-48CA-87B4-F1B4219D1A80}" type="sibTrans" cxnId="{B727FA54-4847-47B2-9DBB-ABD1F93DB07F}">
      <dgm:prSet/>
      <dgm:spPr/>
      <dgm:t>
        <a:bodyPr/>
        <a:lstStyle/>
        <a:p>
          <a:endParaRPr lang="en-US"/>
        </a:p>
      </dgm:t>
    </dgm:pt>
    <dgm:pt modelId="{539BBECD-3A0A-410E-902A-85C822D0E488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nl-NL">
              <a:latin typeface="Century Schoolbook" panose="02040604050505020304"/>
            </a:rPr>
            <a:t>Training</a:t>
          </a:r>
          <a:endParaRPr lang="nl-NL"/>
        </a:p>
      </dgm:t>
    </dgm:pt>
    <dgm:pt modelId="{15D8001B-B1F9-47AE-B8EA-0B67CA5D37B0}" type="parTrans" cxnId="{B4F69EF3-6728-468D-980F-BE8044450793}">
      <dgm:prSet/>
      <dgm:spPr/>
      <dgm:t>
        <a:bodyPr/>
        <a:lstStyle/>
        <a:p>
          <a:endParaRPr lang="en-US"/>
        </a:p>
      </dgm:t>
    </dgm:pt>
    <dgm:pt modelId="{C0926213-3CC7-4D1F-A7DD-75A1A92893AD}" type="sibTrans" cxnId="{B4F69EF3-6728-468D-980F-BE8044450793}">
      <dgm:prSet/>
      <dgm:spPr/>
      <dgm:t>
        <a:bodyPr/>
        <a:lstStyle/>
        <a:p>
          <a:endParaRPr lang="en-US"/>
        </a:p>
      </dgm:t>
    </dgm:pt>
    <dgm:pt modelId="{DF9C7C4E-75E0-474C-A41B-3DEC76941B5D}">
      <dgm:prSet/>
      <dgm:spPr/>
      <dgm:t>
        <a:bodyPr/>
        <a:lstStyle/>
        <a:p>
          <a:pPr>
            <a:lnSpc>
              <a:spcPct val="100000"/>
            </a:lnSpc>
          </a:pPr>
          <a:r>
            <a:rPr lang="nl-NL" baseline="0" err="1"/>
            <a:t>Results</a:t>
          </a:r>
          <a:r>
            <a:rPr lang="nl-NL">
              <a:latin typeface="Century Schoolbook" panose="02040604050505020304"/>
            </a:rPr>
            <a:t> </a:t>
          </a:r>
          <a:r>
            <a:rPr lang="nl-NL" err="1">
              <a:latin typeface="Century Schoolbook" panose="02040604050505020304"/>
            </a:rPr>
            <a:t>with</a:t>
          </a:r>
          <a:r>
            <a:rPr lang="nl-NL">
              <a:latin typeface="Century Schoolbook" panose="02040604050505020304"/>
            </a:rPr>
            <a:t> </a:t>
          </a:r>
          <a:r>
            <a:rPr lang="nl-NL" err="1">
              <a:latin typeface="Century Schoolbook" panose="02040604050505020304"/>
            </a:rPr>
            <a:t>checking</a:t>
          </a:r>
          <a:r>
            <a:rPr lang="nl-NL">
              <a:latin typeface="Century Schoolbook" panose="02040604050505020304"/>
            </a:rPr>
            <a:t> </a:t>
          </a:r>
          <a:r>
            <a:rPr lang="nl-NL" err="1">
              <a:latin typeface="Century Schoolbook" panose="02040604050505020304"/>
            </a:rPr>
            <a:t>and</a:t>
          </a:r>
          <a:r>
            <a:rPr lang="nl-NL">
              <a:latin typeface="Century Schoolbook" panose="02040604050505020304"/>
            </a:rPr>
            <a:t> BLEU</a:t>
          </a:r>
          <a:endParaRPr lang="en-US" err="1"/>
        </a:p>
      </dgm:t>
    </dgm:pt>
    <dgm:pt modelId="{CAB8A713-86C5-4B96-8308-A6F0DDCED924}" type="parTrans" cxnId="{8EE4B994-1FCB-4FB7-97C7-2DFD718D4A8E}">
      <dgm:prSet/>
      <dgm:spPr/>
      <dgm:t>
        <a:bodyPr/>
        <a:lstStyle/>
        <a:p>
          <a:endParaRPr lang="en-US"/>
        </a:p>
      </dgm:t>
    </dgm:pt>
    <dgm:pt modelId="{F8C591F1-48A6-46C7-AD7F-5B513E940C62}" type="sibTrans" cxnId="{8EE4B994-1FCB-4FB7-97C7-2DFD718D4A8E}">
      <dgm:prSet/>
      <dgm:spPr/>
      <dgm:t>
        <a:bodyPr/>
        <a:lstStyle/>
        <a:p>
          <a:endParaRPr lang="en-US"/>
        </a:p>
      </dgm:t>
    </dgm:pt>
    <dgm:pt modelId="{EA7CD378-6700-47ED-A1E7-2A0C2EEECD67}">
      <dgm:prSet/>
      <dgm:spPr/>
      <dgm:t>
        <a:bodyPr/>
        <a:lstStyle/>
        <a:p>
          <a:pPr>
            <a:lnSpc>
              <a:spcPct val="100000"/>
            </a:lnSpc>
          </a:pPr>
          <a:r>
            <a:rPr lang="nl-NL" baseline="0" err="1"/>
            <a:t>Future</a:t>
          </a:r>
          <a:r>
            <a:rPr lang="nl-NL" baseline="0"/>
            <a:t> </a:t>
          </a:r>
          <a:r>
            <a:rPr lang="nl-NL" baseline="0" err="1"/>
            <a:t>direction</a:t>
          </a:r>
          <a:r>
            <a:rPr lang="nl-NL">
              <a:latin typeface="Century Schoolbook" panose="02040604050505020304"/>
            </a:rPr>
            <a:t> in </a:t>
          </a:r>
          <a:r>
            <a:rPr lang="nl-NL" err="1">
              <a:latin typeface="Century Schoolbook" panose="02040604050505020304"/>
            </a:rPr>
            <a:t>the</a:t>
          </a:r>
          <a:r>
            <a:rPr lang="nl-NL">
              <a:latin typeface="Century Schoolbook" panose="02040604050505020304"/>
            </a:rPr>
            <a:t> pipeline</a:t>
          </a:r>
          <a:endParaRPr lang="en-US" err="1"/>
        </a:p>
      </dgm:t>
    </dgm:pt>
    <dgm:pt modelId="{04BC89F4-B990-4EC0-83F6-EBB04CBD2565}" type="parTrans" cxnId="{07C79E9D-49EA-4520-9DF7-06603529EE96}">
      <dgm:prSet/>
      <dgm:spPr/>
      <dgm:t>
        <a:bodyPr/>
        <a:lstStyle/>
        <a:p>
          <a:endParaRPr lang="en-US"/>
        </a:p>
      </dgm:t>
    </dgm:pt>
    <dgm:pt modelId="{245F2041-31CF-47B9-92FD-45A61DF87EE0}" type="sibTrans" cxnId="{07C79E9D-49EA-4520-9DF7-06603529EE96}">
      <dgm:prSet/>
      <dgm:spPr/>
      <dgm:t>
        <a:bodyPr/>
        <a:lstStyle/>
        <a:p>
          <a:endParaRPr lang="en-US"/>
        </a:p>
      </dgm:t>
    </dgm:pt>
    <dgm:pt modelId="{2D833712-A46D-4C5C-B992-83DA6EBEF0FC}" type="pres">
      <dgm:prSet presAssocID="{5497FBC9-1EBE-4824-9670-C52FFFD88F99}" presName="root" presStyleCnt="0">
        <dgm:presLayoutVars>
          <dgm:dir/>
          <dgm:resizeHandles val="exact"/>
        </dgm:presLayoutVars>
      </dgm:prSet>
      <dgm:spPr/>
    </dgm:pt>
    <dgm:pt modelId="{550AEFBE-86A5-46B3-930E-3D93ED44DC1C}" type="pres">
      <dgm:prSet presAssocID="{5CA62BF0-59BF-4F80-9CFB-04A27E46FE91}" presName="compNode" presStyleCnt="0"/>
      <dgm:spPr/>
    </dgm:pt>
    <dgm:pt modelId="{87D10FEC-3FD2-46D5-A683-E6CAB2D7367A}" type="pres">
      <dgm:prSet presAssocID="{5CA62BF0-59BF-4F80-9CFB-04A27E46FE9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A77B97A1-50A1-4503-9C64-7432105AADAE}" type="pres">
      <dgm:prSet presAssocID="{5CA62BF0-59BF-4F80-9CFB-04A27E46FE91}" presName="spaceRect" presStyleCnt="0"/>
      <dgm:spPr/>
    </dgm:pt>
    <dgm:pt modelId="{18A64B89-FEF2-45BD-9702-1E9C2535F6B0}" type="pres">
      <dgm:prSet presAssocID="{5CA62BF0-59BF-4F80-9CFB-04A27E46FE91}" presName="textRect" presStyleLbl="revTx" presStyleIdx="0" presStyleCnt="4">
        <dgm:presLayoutVars>
          <dgm:chMax val="1"/>
          <dgm:chPref val="1"/>
        </dgm:presLayoutVars>
      </dgm:prSet>
      <dgm:spPr/>
    </dgm:pt>
    <dgm:pt modelId="{A12E6F91-0C71-4456-8342-C91F05372916}" type="pres">
      <dgm:prSet presAssocID="{ADA80E6D-1272-48CA-87B4-F1B4219D1A80}" presName="sibTrans" presStyleCnt="0"/>
      <dgm:spPr/>
    </dgm:pt>
    <dgm:pt modelId="{6CFEFECF-EFB8-46B4-94B3-D950CA52F3F7}" type="pres">
      <dgm:prSet presAssocID="{539BBECD-3A0A-410E-902A-85C822D0E488}" presName="compNode" presStyleCnt="0"/>
      <dgm:spPr/>
    </dgm:pt>
    <dgm:pt modelId="{D047F781-EF78-4FCE-B96B-6ADD4820E8A7}" type="pres">
      <dgm:prSet presAssocID="{539BBECD-3A0A-410E-902A-85C822D0E48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E766CC21-E134-46CD-9FAE-50E933750DB0}" type="pres">
      <dgm:prSet presAssocID="{539BBECD-3A0A-410E-902A-85C822D0E488}" presName="spaceRect" presStyleCnt="0"/>
      <dgm:spPr/>
    </dgm:pt>
    <dgm:pt modelId="{0306D5E6-6502-413F-91A2-DBE085D8DEF2}" type="pres">
      <dgm:prSet presAssocID="{539BBECD-3A0A-410E-902A-85C822D0E488}" presName="textRect" presStyleLbl="revTx" presStyleIdx="1" presStyleCnt="4">
        <dgm:presLayoutVars>
          <dgm:chMax val="1"/>
          <dgm:chPref val="1"/>
        </dgm:presLayoutVars>
      </dgm:prSet>
      <dgm:spPr/>
    </dgm:pt>
    <dgm:pt modelId="{5FE1D94B-1710-4B24-951E-C720E9EEB1AD}" type="pres">
      <dgm:prSet presAssocID="{C0926213-3CC7-4D1F-A7DD-75A1A92893AD}" presName="sibTrans" presStyleCnt="0"/>
      <dgm:spPr/>
    </dgm:pt>
    <dgm:pt modelId="{EAD0E25A-9778-4B1C-AE8B-1836D0751893}" type="pres">
      <dgm:prSet presAssocID="{DF9C7C4E-75E0-474C-A41B-3DEC76941B5D}" presName="compNode" presStyleCnt="0"/>
      <dgm:spPr/>
    </dgm:pt>
    <dgm:pt modelId="{5B54F628-5179-48AB-A6D6-A45BB553DA26}" type="pres">
      <dgm:prSet presAssocID="{DF9C7C4E-75E0-474C-A41B-3DEC76941B5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4E7C3EE5-D0E9-44F5-BEA6-67E87373DF34}" type="pres">
      <dgm:prSet presAssocID="{DF9C7C4E-75E0-474C-A41B-3DEC76941B5D}" presName="spaceRect" presStyleCnt="0"/>
      <dgm:spPr/>
    </dgm:pt>
    <dgm:pt modelId="{EEABB487-A86F-464B-B44D-32C875C5D360}" type="pres">
      <dgm:prSet presAssocID="{DF9C7C4E-75E0-474C-A41B-3DEC76941B5D}" presName="textRect" presStyleLbl="revTx" presStyleIdx="2" presStyleCnt="4">
        <dgm:presLayoutVars>
          <dgm:chMax val="1"/>
          <dgm:chPref val="1"/>
        </dgm:presLayoutVars>
      </dgm:prSet>
      <dgm:spPr/>
    </dgm:pt>
    <dgm:pt modelId="{5883569D-9951-4B4F-A64C-D1C39D43FB21}" type="pres">
      <dgm:prSet presAssocID="{F8C591F1-48A6-46C7-AD7F-5B513E940C62}" presName="sibTrans" presStyleCnt="0"/>
      <dgm:spPr/>
    </dgm:pt>
    <dgm:pt modelId="{5F73EE81-74E9-4829-B00D-851EB7969C71}" type="pres">
      <dgm:prSet presAssocID="{EA7CD378-6700-47ED-A1E7-2A0C2EEECD67}" presName="compNode" presStyleCnt="0"/>
      <dgm:spPr/>
    </dgm:pt>
    <dgm:pt modelId="{E30DADCD-3648-4031-8EA2-4B61DEC7E5C6}" type="pres">
      <dgm:prSet presAssocID="{EA7CD378-6700-47ED-A1E7-2A0C2EEECD6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uture"/>
        </a:ext>
      </dgm:extLst>
    </dgm:pt>
    <dgm:pt modelId="{8A630ED0-459B-4764-8F62-75CD4EF5138D}" type="pres">
      <dgm:prSet presAssocID="{EA7CD378-6700-47ED-A1E7-2A0C2EEECD67}" presName="spaceRect" presStyleCnt="0"/>
      <dgm:spPr/>
    </dgm:pt>
    <dgm:pt modelId="{88F54088-DF5D-40EA-9637-0573BD6F7753}" type="pres">
      <dgm:prSet presAssocID="{EA7CD378-6700-47ED-A1E7-2A0C2EEECD6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20A7449-C6D8-484B-A80E-25FCBD3988A2}" type="presOf" srcId="{EA7CD378-6700-47ED-A1E7-2A0C2EEECD67}" destId="{88F54088-DF5D-40EA-9637-0573BD6F7753}" srcOrd="0" destOrd="0" presId="urn:microsoft.com/office/officeart/2018/2/layout/IconLabelList"/>
    <dgm:cxn modelId="{B727FA54-4847-47B2-9DBB-ABD1F93DB07F}" srcId="{5497FBC9-1EBE-4824-9670-C52FFFD88F99}" destId="{5CA62BF0-59BF-4F80-9CFB-04A27E46FE91}" srcOrd="0" destOrd="0" parTransId="{43498681-EA26-4E45-B856-9998616BACE3}" sibTransId="{ADA80E6D-1272-48CA-87B4-F1B4219D1A80}"/>
    <dgm:cxn modelId="{10651A84-770B-4202-8A54-BDB9AAA6CCF2}" type="presOf" srcId="{DF9C7C4E-75E0-474C-A41B-3DEC76941B5D}" destId="{EEABB487-A86F-464B-B44D-32C875C5D360}" srcOrd="0" destOrd="0" presId="urn:microsoft.com/office/officeart/2018/2/layout/IconLabelList"/>
    <dgm:cxn modelId="{670E0C85-6D58-4659-ADC8-F2DB81295176}" type="presOf" srcId="{5497FBC9-1EBE-4824-9670-C52FFFD88F99}" destId="{2D833712-A46D-4C5C-B992-83DA6EBEF0FC}" srcOrd="0" destOrd="0" presId="urn:microsoft.com/office/officeart/2018/2/layout/IconLabelList"/>
    <dgm:cxn modelId="{220D9188-2A74-4C04-932B-C08294A675A5}" type="presOf" srcId="{539BBECD-3A0A-410E-902A-85C822D0E488}" destId="{0306D5E6-6502-413F-91A2-DBE085D8DEF2}" srcOrd="0" destOrd="0" presId="urn:microsoft.com/office/officeart/2018/2/layout/IconLabelList"/>
    <dgm:cxn modelId="{8EE4B994-1FCB-4FB7-97C7-2DFD718D4A8E}" srcId="{5497FBC9-1EBE-4824-9670-C52FFFD88F99}" destId="{DF9C7C4E-75E0-474C-A41B-3DEC76941B5D}" srcOrd="2" destOrd="0" parTransId="{CAB8A713-86C5-4B96-8308-A6F0DDCED924}" sibTransId="{F8C591F1-48A6-46C7-AD7F-5B513E940C62}"/>
    <dgm:cxn modelId="{D3037098-CB45-4193-910C-12A7F5FD3B56}" type="presOf" srcId="{5CA62BF0-59BF-4F80-9CFB-04A27E46FE91}" destId="{18A64B89-FEF2-45BD-9702-1E9C2535F6B0}" srcOrd="0" destOrd="0" presId="urn:microsoft.com/office/officeart/2018/2/layout/IconLabelList"/>
    <dgm:cxn modelId="{07C79E9D-49EA-4520-9DF7-06603529EE96}" srcId="{5497FBC9-1EBE-4824-9670-C52FFFD88F99}" destId="{EA7CD378-6700-47ED-A1E7-2A0C2EEECD67}" srcOrd="3" destOrd="0" parTransId="{04BC89F4-B990-4EC0-83F6-EBB04CBD2565}" sibTransId="{245F2041-31CF-47B9-92FD-45A61DF87EE0}"/>
    <dgm:cxn modelId="{B4F69EF3-6728-468D-980F-BE8044450793}" srcId="{5497FBC9-1EBE-4824-9670-C52FFFD88F99}" destId="{539BBECD-3A0A-410E-902A-85C822D0E488}" srcOrd="1" destOrd="0" parTransId="{15D8001B-B1F9-47AE-B8EA-0B67CA5D37B0}" sibTransId="{C0926213-3CC7-4D1F-A7DD-75A1A92893AD}"/>
    <dgm:cxn modelId="{FF36D03A-6B6E-4ADA-8C23-EFB6FAAE3208}" type="presParOf" srcId="{2D833712-A46D-4C5C-B992-83DA6EBEF0FC}" destId="{550AEFBE-86A5-46B3-930E-3D93ED44DC1C}" srcOrd="0" destOrd="0" presId="urn:microsoft.com/office/officeart/2018/2/layout/IconLabelList"/>
    <dgm:cxn modelId="{F3F05318-0248-4BE3-B656-3A454FDE2639}" type="presParOf" srcId="{550AEFBE-86A5-46B3-930E-3D93ED44DC1C}" destId="{87D10FEC-3FD2-46D5-A683-E6CAB2D7367A}" srcOrd="0" destOrd="0" presId="urn:microsoft.com/office/officeart/2018/2/layout/IconLabelList"/>
    <dgm:cxn modelId="{04E15774-E355-4F20-B507-4A9DE46F9FDA}" type="presParOf" srcId="{550AEFBE-86A5-46B3-930E-3D93ED44DC1C}" destId="{A77B97A1-50A1-4503-9C64-7432105AADAE}" srcOrd="1" destOrd="0" presId="urn:microsoft.com/office/officeart/2018/2/layout/IconLabelList"/>
    <dgm:cxn modelId="{438CE770-A4B4-46F3-BE47-C1B327344C71}" type="presParOf" srcId="{550AEFBE-86A5-46B3-930E-3D93ED44DC1C}" destId="{18A64B89-FEF2-45BD-9702-1E9C2535F6B0}" srcOrd="2" destOrd="0" presId="urn:microsoft.com/office/officeart/2018/2/layout/IconLabelList"/>
    <dgm:cxn modelId="{0F6DF570-D9A4-4E5A-AE93-63899E4E99D0}" type="presParOf" srcId="{2D833712-A46D-4C5C-B992-83DA6EBEF0FC}" destId="{A12E6F91-0C71-4456-8342-C91F05372916}" srcOrd="1" destOrd="0" presId="urn:microsoft.com/office/officeart/2018/2/layout/IconLabelList"/>
    <dgm:cxn modelId="{1D992DCD-ED4D-4A9F-9720-F02CBFED1A6E}" type="presParOf" srcId="{2D833712-A46D-4C5C-B992-83DA6EBEF0FC}" destId="{6CFEFECF-EFB8-46B4-94B3-D950CA52F3F7}" srcOrd="2" destOrd="0" presId="urn:microsoft.com/office/officeart/2018/2/layout/IconLabelList"/>
    <dgm:cxn modelId="{9C72AC35-F579-48A5-AF6D-C4E0F12237EA}" type="presParOf" srcId="{6CFEFECF-EFB8-46B4-94B3-D950CA52F3F7}" destId="{D047F781-EF78-4FCE-B96B-6ADD4820E8A7}" srcOrd="0" destOrd="0" presId="urn:microsoft.com/office/officeart/2018/2/layout/IconLabelList"/>
    <dgm:cxn modelId="{350B7A31-927A-47F9-8B72-955BEBB722D0}" type="presParOf" srcId="{6CFEFECF-EFB8-46B4-94B3-D950CA52F3F7}" destId="{E766CC21-E134-46CD-9FAE-50E933750DB0}" srcOrd="1" destOrd="0" presId="urn:microsoft.com/office/officeart/2018/2/layout/IconLabelList"/>
    <dgm:cxn modelId="{A51AFE5B-3381-49EA-96B1-C403AE027DAB}" type="presParOf" srcId="{6CFEFECF-EFB8-46B4-94B3-D950CA52F3F7}" destId="{0306D5E6-6502-413F-91A2-DBE085D8DEF2}" srcOrd="2" destOrd="0" presId="urn:microsoft.com/office/officeart/2018/2/layout/IconLabelList"/>
    <dgm:cxn modelId="{576928BB-653C-45F0-A38A-4E10E1E57DB3}" type="presParOf" srcId="{2D833712-A46D-4C5C-B992-83DA6EBEF0FC}" destId="{5FE1D94B-1710-4B24-951E-C720E9EEB1AD}" srcOrd="3" destOrd="0" presId="urn:microsoft.com/office/officeart/2018/2/layout/IconLabelList"/>
    <dgm:cxn modelId="{81780D73-DA9A-460E-9296-7B0FE87EFF00}" type="presParOf" srcId="{2D833712-A46D-4C5C-B992-83DA6EBEF0FC}" destId="{EAD0E25A-9778-4B1C-AE8B-1836D0751893}" srcOrd="4" destOrd="0" presId="urn:microsoft.com/office/officeart/2018/2/layout/IconLabelList"/>
    <dgm:cxn modelId="{3D4DD804-FC6C-4CBD-A89C-F1BAE179AD99}" type="presParOf" srcId="{EAD0E25A-9778-4B1C-AE8B-1836D0751893}" destId="{5B54F628-5179-48AB-A6D6-A45BB553DA26}" srcOrd="0" destOrd="0" presId="urn:microsoft.com/office/officeart/2018/2/layout/IconLabelList"/>
    <dgm:cxn modelId="{B6516BC8-4513-4B72-B355-BEAC9710CEF9}" type="presParOf" srcId="{EAD0E25A-9778-4B1C-AE8B-1836D0751893}" destId="{4E7C3EE5-D0E9-44F5-BEA6-67E87373DF34}" srcOrd="1" destOrd="0" presId="urn:microsoft.com/office/officeart/2018/2/layout/IconLabelList"/>
    <dgm:cxn modelId="{D5B83FCF-6EF6-4EAA-8D5F-029617921152}" type="presParOf" srcId="{EAD0E25A-9778-4B1C-AE8B-1836D0751893}" destId="{EEABB487-A86F-464B-B44D-32C875C5D360}" srcOrd="2" destOrd="0" presId="urn:microsoft.com/office/officeart/2018/2/layout/IconLabelList"/>
    <dgm:cxn modelId="{1D568587-7CFD-4E16-B135-819A304F6667}" type="presParOf" srcId="{2D833712-A46D-4C5C-B992-83DA6EBEF0FC}" destId="{5883569D-9951-4B4F-A64C-D1C39D43FB21}" srcOrd="5" destOrd="0" presId="urn:microsoft.com/office/officeart/2018/2/layout/IconLabelList"/>
    <dgm:cxn modelId="{443E11B3-B018-4709-84A2-22D5EB6E56D5}" type="presParOf" srcId="{2D833712-A46D-4C5C-B992-83DA6EBEF0FC}" destId="{5F73EE81-74E9-4829-B00D-851EB7969C71}" srcOrd="6" destOrd="0" presId="urn:microsoft.com/office/officeart/2018/2/layout/IconLabelList"/>
    <dgm:cxn modelId="{A4E7586B-ED40-4599-981E-60F7A896B36F}" type="presParOf" srcId="{5F73EE81-74E9-4829-B00D-851EB7969C71}" destId="{E30DADCD-3648-4031-8EA2-4B61DEC7E5C6}" srcOrd="0" destOrd="0" presId="urn:microsoft.com/office/officeart/2018/2/layout/IconLabelList"/>
    <dgm:cxn modelId="{02271D01-357B-459A-B5FA-AC717B88A711}" type="presParOf" srcId="{5F73EE81-74E9-4829-B00D-851EB7969C71}" destId="{8A630ED0-459B-4764-8F62-75CD4EF5138D}" srcOrd="1" destOrd="0" presId="urn:microsoft.com/office/officeart/2018/2/layout/IconLabelList"/>
    <dgm:cxn modelId="{31CF3B5E-30E0-4B52-B098-FA21B2531004}" type="presParOf" srcId="{5F73EE81-74E9-4829-B00D-851EB7969C71}" destId="{88F54088-DF5D-40EA-9637-0573BD6F775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81345A0-9873-4657-94AE-3DE4161AAFE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1F0C1DA-95BF-4A86-94E5-7DC3C577E955}">
      <dgm:prSet/>
      <dgm:spPr/>
      <dgm:t>
        <a:bodyPr/>
        <a:lstStyle/>
        <a:p>
          <a:r>
            <a:rPr lang="nl-NL"/>
            <a:t>Data privacy</a:t>
          </a:r>
          <a:endParaRPr lang="en-US"/>
        </a:p>
      </dgm:t>
    </dgm:pt>
    <dgm:pt modelId="{ABDD8C17-5FA0-45E5-ACF7-425E1016CD0F}" type="parTrans" cxnId="{7CA73E25-0185-4379-A12F-F149464B8BD1}">
      <dgm:prSet/>
      <dgm:spPr/>
      <dgm:t>
        <a:bodyPr/>
        <a:lstStyle/>
        <a:p>
          <a:endParaRPr lang="en-US"/>
        </a:p>
      </dgm:t>
    </dgm:pt>
    <dgm:pt modelId="{82C44EAE-E030-456B-AFF8-2FBA9633EB68}" type="sibTrans" cxnId="{7CA73E25-0185-4379-A12F-F149464B8BD1}">
      <dgm:prSet/>
      <dgm:spPr/>
      <dgm:t>
        <a:bodyPr/>
        <a:lstStyle/>
        <a:p>
          <a:endParaRPr lang="en-US"/>
        </a:p>
      </dgm:t>
    </dgm:pt>
    <dgm:pt modelId="{EB111E22-BCF8-41E3-9554-6884D38F1952}">
      <dgm:prSet/>
      <dgm:spPr/>
      <dgm:t>
        <a:bodyPr/>
        <a:lstStyle/>
        <a:p>
          <a:r>
            <a:rPr lang="nl-NL"/>
            <a:t>Emotional profiling</a:t>
          </a:r>
          <a:endParaRPr lang="en-US"/>
        </a:p>
      </dgm:t>
    </dgm:pt>
    <dgm:pt modelId="{E6507294-9362-4FCC-9424-8F4A0FEB5F23}" type="parTrans" cxnId="{F8F63ED5-CB82-4D88-8774-BF4A20A880C4}">
      <dgm:prSet/>
      <dgm:spPr/>
      <dgm:t>
        <a:bodyPr/>
        <a:lstStyle/>
        <a:p>
          <a:endParaRPr lang="en-US"/>
        </a:p>
      </dgm:t>
    </dgm:pt>
    <dgm:pt modelId="{B1913AC0-526E-41CC-A7B4-4CC5E1C854B8}" type="sibTrans" cxnId="{F8F63ED5-CB82-4D88-8774-BF4A20A880C4}">
      <dgm:prSet/>
      <dgm:spPr/>
      <dgm:t>
        <a:bodyPr/>
        <a:lstStyle/>
        <a:p>
          <a:endParaRPr lang="en-US"/>
        </a:p>
      </dgm:t>
    </dgm:pt>
    <dgm:pt modelId="{D3732B09-C6AE-402F-B83C-1404692E274B}">
      <dgm:prSet/>
      <dgm:spPr/>
      <dgm:t>
        <a:bodyPr/>
        <a:lstStyle/>
        <a:p>
          <a:r>
            <a:rPr lang="en-US"/>
            <a:t>Representation</a:t>
          </a:r>
        </a:p>
      </dgm:t>
    </dgm:pt>
    <dgm:pt modelId="{60B80AA7-1193-43E6-A951-A75E7342EF49}" type="parTrans" cxnId="{7502D07F-9670-4BAD-855F-F21E29292824}">
      <dgm:prSet/>
      <dgm:spPr/>
      <dgm:t>
        <a:bodyPr/>
        <a:lstStyle/>
        <a:p>
          <a:endParaRPr lang="en-US"/>
        </a:p>
      </dgm:t>
    </dgm:pt>
    <dgm:pt modelId="{375B1BA7-5ACC-4C83-BB11-9BE2A6ACC094}" type="sibTrans" cxnId="{7502D07F-9670-4BAD-855F-F21E29292824}">
      <dgm:prSet/>
      <dgm:spPr/>
      <dgm:t>
        <a:bodyPr/>
        <a:lstStyle/>
        <a:p>
          <a:endParaRPr lang="en-US"/>
        </a:p>
      </dgm:t>
    </dgm:pt>
    <dgm:pt modelId="{ED5DF95D-F361-494B-A0DB-B45BFEC98C06}" type="pres">
      <dgm:prSet presAssocID="{B81345A0-9873-4657-94AE-3DE4161AAFE1}" presName="root" presStyleCnt="0">
        <dgm:presLayoutVars>
          <dgm:dir/>
          <dgm:resizeHandles val="exact"/>
        </dgm:presLayoutVars>
      </dgm:prSet>
      <dgm:spPr/>
    </dgm:pt>
    <dgm:pt modelId="{5FFD3276-C6AA-4355-9D33-B13AB7BBFFF3}" type="pres">
      <dgm:prSet presAssocID="{41F0C1DA-95BF-4A86-94E5-7DC3C577E955}" presName="compNode" presStyleCnt="0"/>
      <dgm:spPr/>
    </dgm:pt>
    <dgm:pt modelId="{EE8D908C-B869-48B7-A171-7BAF9145EB7B}" type="pres">
      <dgm:prSet presAssocID="{41F0C1DA-95BF-4A86-94E5-7DC3C577E95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590C05B2-3C58-43AD-B405-993B9DCCA150}" type="pres">
      <dgm:prSet presAssocID="{41F0C1DA-95BF-4A86-94E5-7DC3C577E955}" presName="spaceRect" presStyleCnt="0"/>
      <dgm:spPr/>
    </dgm:pt>
    <dgm:pt modelId="{BA75A31A-D854-4DE7-BF37-89C471728CEF}" type="pres">
      <dgm:prSet presAssocID="{41F0C1DA-95BF-4A86-94E5-7DC3C577E955}" presName="textRect" presStyleLbl="revTx" presStyleIdx="0" presStyleCnt="3">
        <dgm:presLayoutVars>
          <dgm:chMax val="1"/>
          <dgm:chPref val="1"/>
        </dgm:presLayoutVars>
      </dgm:prSet>
      <dgm:spPr/>
    </dgm:pt>
    <dgm:pt modelId="{AD8B3245-3400-4580-A696-C912A683CF0B}" type="pres">
      <dgm:prSet presAssocID="{82C44EAE-E030-456B-AFF8-2FBA9633EB68}" presName="sibTrans" presStyleCnt="0"/>
      <dgm:spPr/>
    </dgm:pt>
    <dgm:pt modelId="{11228FB5-D9C5-41DC-B2C6-4600B5CC7B68}" type="pres">
      <dgm:prSet presAssocID="{EB111E22-BCF8-41E3-9554-6884D38F1952}" presName="compNode" presStyleCnt="0"/>
      <dgm:spPr/>
    </dgm:pt>
    <dgm:pt modelId="{7C6B10ED-F52F-49E5-999B-E3043AF63F3F}" type="pres">
      <dgm:prSet presAssocID="{EB111E22-BCF8-41E3-9554-6884D38F195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"/>
        </a:ext>
      </dgm:extLst>
    </dgm:pt>
    <dgm:pt modelId="{27BE65ED-8498-4C66-A23C-A3ADC4998C1D}" type="pres">
      <dgm:prSet presAssocID="{EB111E22-BCF8-41E3-9554-6884D38F1952}" presName="spaceRect" presStyleCnt="0"/>
      <dgm:spPr/>
    </dgm:pt>
    <dgm:pt modelId="{086EB045-03B3-4166-8C8D-204D45FB7EFC}" type="pres">
      <dgm:prSet presAssocID="{EB111E22-BCF8-41E3-9554-6884D38F1952}" presName="textRect" presStyleLbl="revTx" presStyleIdx="1" presStyleCnt="3">
        <dgm:presLayoutVars>
          <dgm:chMax val="1"/>
          <dgm:chPref val="1"/>
        </dgm:presLayoutVars>
      </dgm:prSet>
      <dgm:spPr/>
    </dgm:pt>
    <dgm:pt modelId="{569FD0B7-5F92-4007-B8AB-23C6070D3C87}" type="pres">
      <dgm:prSet presAssocID="{B1913AC0-526E-41CC-A7B4-4CC5E1C854B8}" presName="sibTrans" presStyleCnt="0"/>
      <dgm:spPr/>
    </dgm:pt>
    <dgm:pt modelId="{0E864FE9-4947-4211-93EF-0C7B74658B50}" type="pres">
      <dgm:prSet presAssocID="{D3732B09-C6AE-402F-B83C-1404692E274B}" presName="compNode" presStyleCnt="0"/>
      <dgm:spPr/>
    </dgm:pt>
    <dgm:pt modelId="{168C2792-CDE5-4990-94C7-4788DDB4B15E}" type="pres">
      <dgm:prSet presAssocID="{D3732B09-C6AE-402F-B83C-1404692E274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F6744B34-F428-40DB-8D2D-AF935029FF71}" type="pres">
      <dgm:prSet presAssocID="{D3732B09-C6AE-402F-B83C-1404692E274B}" presName="spaceRect" presStyleCnt="0"/>
      <dgm:spPr/>
    </dgm:pt>
    <dgm:pt modelId="{2D9689EB-F8AA-4257-8552-863C93498559}" type="pres">
      <dgm:prSet presAssocID="{D3732B09-C6AE-402F-B83C-1404692E274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366911D-0657-4EAE-964E-E9C08D98AAE1}" type="presOf" srcId="{EB111E22-BCF8-41E3-9554-6884D38F1952}" destId="{086EB045-03B3-4166-8C8D-204D45FB7EFC}" srcOrd="0" destOrd="0" presId="urn:microsoft.com/office/officeart/2018/2/layout/IconLabelList"/>
    <dgm:cxn modelId="{7CA73E25-0185-4379-A12F-F149464B8BD1}" srcId="{B81345A0-9873-4657-94AE-3DE4161AAFE1}" destId="{41F0C1DA-95BF-4A86-94E5-7DC3C577E955}" srcOrd="0" destOrd="0" parTransId="{ABDD8C17-5FA0-45E5-ACF7-425E1016CD0F}" sibTransId="{82C44EAE-E030-456B-AFF8-2FBA9633EB68}"/>
    <dgm:cxn modelId="{7502D07F-9670-4BAD-855F-F21E29292824}" srcId="{B81345A0-9873-4657-94AE-3DE4161AAFE1}" destId="{D3732B09-C6AE-402F-B83C-1404692E274B}" srcOrd="2" destOrd="0" parTransId="{60B80AA7-1193-43E6-A951-A75E7342EF49}" sibTransId="{375B1BA7-5ACC-4C83-BB11-9BE2A6ACC094}"/>
    <dgm:cxn modelId="{0A87A3BA-0150-4DC8-AE8C-21F5BF78A892}" type="presOf" srcId="{B81345A0-9873-4657-94AE-3DE4161AAFE1}" destId="{ED5DF95D-F361-494B-A0DB-B45BFEC98C06}" srcOrd="0" destOrd="0" presId="urn:microsoft.com/office/officeart/2018/2/layout/IconLabelList"/>
    <dgm:cxn modelId="{77BBCECF-54EE-4589-9C3A-2242C31E65E0}" type="presOf" srcId="{D3732B09-C6AE-402F-B83C-1404692E274B}" destId="{2D9689EB-F8AA-4257-8552-863C93498559}" srcOrd="0" destOrd="0" presId="urn:microsoft.com/office/officeart/2018/2/layout/IconLabelList"/>
    <dgm:cxn modelId="{96270DD1-E51F-4771-83E3-88388E89D072}" type="presOf" srcId="{41F0C1DA-95BF-4A86-94E5-7DC3C577E955}" destId="{BA75A31A-D854-4DE7-BF37-89C471728CEF}" srcOrd="0" destOrd="0" presId="urn:microsoft.com/office/officeart/2018/2/layout/IconLabelList"/>
    <dgm:cxn modelId="{F8F63ED5-CB82-4D88-8774-BF4A20A880C4}" srcId="{B81345A0-9873-4657-94AE-3DE4161AAFE1}" destId="{EB111E22-BCF8-41E3-9554-6884D38F1952}" srcOrd="1" destOrd="0" parTransId="{E6507294-9362-4FCC-9424-8F4A0FEB5F23}" sibTransId="{B1913AC0-526E-41CC-A7B4-4CC5E1C854B8}"/>
    <dgm:cxn modelId="{7A6B08B9-EC15-43E9-95B7-95F2F19C2D9B}" type="presParOf" srcId="{ED5DF95D-F361-494B-A0DB-B45BFEC98C06}" destId="{5FFD3276-C6AA-4355-9D33-B13AB7BBFFF3}" srcOrd="0" destOrd="0" presId="urn:microsoft.com/office/officeart/2018/2/layout/IconLabelList"/>
    <dgm:cxn modelId="{6ECC7E5E-147A-4FCF-9501-F37A7FA29F04}" type="presParOf" srcId="{5FFD3276-C6AA-4355-9D33-B13AB7BBFFF3}" destId="{EE8D908C-B869-48B7-A171-7BAF9145EB7B}" srcOrd="0" destOrd="0" presId="urn:microsoft.com/office/officeart/2018/2/layout/IconLabelList"/>
    <dgm:cxn modelId="{F2463DA8-B6D5-47D9-BD8A-B78F47A992E5}" type="presParOf" srcId="{5FFD3276-C6AA-4355-9D33-B13AB7BBFFF3}" destId="{590C05B2-3C58-43AD-B405-993B9DCCA150}" srcOrd="1" destOrd="0" presId="urn:microsoft.com/office/officeart/2018/2/layout/IconLabelList"/>
    <dgm:cxn modelId="{455074A1-9B18-4630-8296-4D341B1B4A9A}" type="presParOf" srcId="{5FFD3276-C6AA-4355-9D33-B13AB7BBFFF3}" destId="{BA75A31A-D854-4DE7-BF37-89C471728CEF}" srcOrd="2" destOrd="0" presId="urn:microsoft.com/office/officeart/2018/2/layout/IconLabelList"/>
    <dgm:cxn modelId="{5341E8C5-B3D4-445A-BA33-477164611B76}" type="presParOf" srcId="{ED5DF95D-F361-494B-A0DB-B45BFEC98C06}" destId="{AD8B3245-3400-4580-A696-C912A683CF0B}" srcOrd="1" destOrd="0" presId="urn:microsoft.com/office/officeart/2018/2/layout/IconLabelList"/>
    <dgm:cxn modelId="{00E18472-28B4-44C8-8B86-66645F3CA0E9}" type="presParOf" srcId="{ED5DF95D-F361-494B-A0DB-B45BFEC98C06}" destId="{11228FB5-D9C5-41DC-B2C6-4600B5CC7B68}" srcOrd="2" destOrd="0" presId="urn:microsoft.com/office/officeart/2018/2/layout/IconLabelList"/>
    <dgm:cxn modelId="{EC484B31-FAFB-4A13-A3D4-4494939E34D2}" type="presParOf" srcId="{11228FB5-D9C5-41DC-B2C6-4600B5CC7B68}" destId="{7C6B10ED-F52F-49E5-999B-E3043AF63F3F}" srcOrd="0" destOrd="0" presId="urn:microsoft.com/office/officeart/2018/2/layout/IconLabelList"/>
    <dgm:cxn modelId="{8514757F-8E38-41D6-8A1E-49F2262D8B08}" type="presParOf" srcId="{11228FB5-D9C5-41DC-B2C6-4600B5CC7B68}" destId="{27BE65ED-8498-4C66-A23C-A3ADC4998C1D}" srcOrd="1" destOrd="0" presId="urn:microsoft.com/office/officeart/2018/2/layout/IconLabelList"/>
    <dgm:cxn modelId="{2E3C2EFD-8EBE-469D-9EAC-052CBC6AC268}" type="presParOf" srcId="{11228FB5-D9C5-41DC-B2C6-4600B5CC7B68}" destId="{086EB045-03B3-4166-8C8D-204D45FB7EFC}" srcOrd="2" destOrd="0" presId="urn:microsoft.com/office/officeart/2018/2/layout/IconLabelList"/>
    <dgm:cxn modelId="{62B6120B-2AFF-473C-ACE6-E3AF2F885F56}" type="presParOf" srcId="{ED5DF95D-F361-494B-A0DB-B45BFEC98C06}" destId="{569FD0B7-5F92-4007-B8AB-23C6070D3C87}" srcOrd="3" destOrd="0" presId="urn:microsoft.com/office/officeart/2018/2/layout/IconLabelList"/>
    <dgm:cxn modelId="{9BD5D5C1-CA03-4668-9CBD-7C6502C78FAF}" type="presParOf" srcId="{ED5DF95D-F361-494B-A0DB-B45BFEC98C06}" destId="{0E864FE9-4947-4211-93EF-0C7B74658B50}" srcOrd="4" destOrd="0" presId="urn:microsoft.com/office/officeart/2018/2/layout/IconLabelList"/>
    <dgm:cxn modelId="{59795C2D-E385-454C-AA98-59B230F7CC5C}" type="presParOf" srcId="{0E864FE9-4947-4211-93EF-0C7B74658B50}" destId="{168C2792-CDE5-4990-94C7-4788DDB4B15E}" srcOrd="0" destOrd="0" presId="urn:microsoft.com/office/officeart/2018/2/layout/IconLabelList"/>
    <dgm:cxn modelId="{D18139D8-34AA-4401-9B68-1DB45BE08750}" type="presParOf" srcId="{0E864FE9-4947-4211-93EF-0C7B74658B50}" destId="{F6744B34-F428-40DB-8D2D-AF935029FF71}" srcOrd="1" destOrd="0" presId="urn:microsoft.com/office/officeart/2018/2/layout/IconLabelList"/>
    <dgm:cxn modelId="{AA6501C3-9CF0-4796-8829-03BE624BFCE4}" type="presParOf" srcId="{0E864FE9-4947-4211-93EF-0C7B74658B50}" destId="{2D9689EB-F8AA-4257-8552-863C9349855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539C0F3-0794-4C21-A812-7ED4098F1293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2D51A87-D1AD-4882-A802-6ABA847D0FB9}">
      <dgm:prSet/>
      <dgm:spPr/>
      <dgm:t>
        <a:bodyPr/>
        <a:lstStyle/>
        <a:p>
          <a:r>
            <a:rPr lang="nl-NL"/>
            <a:t>Data limitations</a:t>
          </a:r>
          <a:endParaRPr lang="en-US"/>
        </a:p>
      </dgm:t>
    </dgm:pt>
    <dgm:pt modelId="{3EE9CCEA-B406-4B5B-B84E-B1A7DF535355}" type="parTrans" cxnId="{414653CE-03B6-4CC4-B8AD-859739C6E8D9}">
      <dgm:prSet/>
      <dgm:spPr/>
      <dgm:t>
        <a:bodyPr/>
        <a:lstStyle/>
        <a:p>
          <a:endParaRPr lang="en-US"/>
        </a:p>
      </dgm:t>
    </dgm:pt>
    <dgm:pt modelId="{E483F78A-B7B7-4A45-85FB-FF7D9CE128B3}" type="sibTrans" cxnId="{414653CE-03B6-4CC4-B8AD-859739C6E8D9}">
      <dgm:prSet/>
      <dgm:spPr/>
      <dgm:t>
        <a:bodyPr/>
        <a:lstStyle/>
        <a:p>
          <a:endParaRPr lang="en-US"/>
        </a:p>
      </dgm:t>
    </dgm:pt>
    <dgm:pt modelId="{D17F382A-CA4E-4BF5-8D47-C5AFB2FBC096}">
      <dgm:prSet/>
      <dgm:spPr/>
      <dgm:t>
        <a:bodyPr/>
        <a:lstStyle/>
        <a:p>
          <a:r>
            <a:rPr lang="nl-NL"/>
            <a:t>Full integration</a:t>
          </a:r>
          <a:endParaRPr lang="en-US"/>
        </a:p>
      </dgm:t>
    </dgm:pt>
    <dgm:pt modelId="{83F7774B-9A6D-4466-8C0C-AD3CE4AF993D}" type="parTrans" cxnId="{011008DC-73CF-46DD-B388-16A20893B48D}">
      <dgm:prSet/>
      <dgm:spPr/>
      <dgm:t>
        <a:bodyPr/>
        <a:lstStyle/>
        <a:p>
          <a:endParaRPr lang="en-US"/>
        </a:p>
      </dgm:t>
    </dgm:pt>
    <dgm:pt modelId="{1DE26474-CBD8-4354-AC7C-07DED624EE1D}" type="sibTrans" cxnId="{011008DC-73CF-46DD-B388-16A20893B48D}">
      <dgm:prSet/>
      <dgm:spPr/>
      <dgm:t>
        <a:bodyPr/>
        <a:lstStyle/>
        <a:p>
          <a:endParaRPr lang="en-US"/>
        </a:p>
      </dgm:t>
    </dgm:pt>
    <dgm:pt modelId="{7C3EA878-A132-4012-BB44-CABD83ED5BDD}">
      <dgm:prSet/>
      <dgm:spPr/>
      <dgm:t>
        <a:bodyPr/>
        <a:lstStyle/>
        <a:p>
          <a:r>
            <a:rPr lang="nl-NL"/>
            <a:t>Model optimization</a:t>
          </a:r>
          <a:endParaRPr lang="en-US"/>
        </a:p>
      </dgm:t>
    </dgm:pt>
    <dgm:pt modelId="{6A50A1CC-5E57-4D9C-89A9-3E09CD888058}" type="parTrans" cxnId="{FC9E8637-3EFA-4C5F-B6C1-91D18C69E10F}">
      <dgm:prSet/>
      <dgm:spPr/>
      <dgm:t>
        <a:bodyPr/>
        <a:lstStyle/>
        <a:p>
          <a:endParaRPr lang="en-US"/>
        </a:p>
      </dgm:t>
    </dgm:pt>
    <dgm:pt modelId="{85232012-4ACE-4B7A-A3F5-F6D38E0E2803}" type="sibTrans" cxnId="{FC9E8637-3EFA-4C5F-B6C1-91D18C69E10F}">
      <dgm:prSet/>
      <dgm:spPr/>
      <dgm:t>
        <a:bodyPr/>
        <a:lstStyle/>
        <a:p>
          <a:endParaRPr lang="en-US"/>
        </a:p>
      </dgm:t>
    </dgm:pt>
    <dgm:pt modelId="{F8B5B1E5-E21A-4100-9299-F7975B4AAD3B}" type="pres">
      <dgm:prSet presAssocID="{7539C0F3-0794-4C21-A812-7ED4098F1293}" presName="linear" presStyleCnt="0">
        <dgm:presLayoutVars>
          <dgm:dir/>
          <dgm:animLvl val="lvl"/>
          <dgm:resizeHandles val="exact"/>
        </dgm:presLayoutVars>
      </dgm:prSet>
      <dgm:spPr/>
    </dgm:pt>
    <dgm:pt modelId="{B9FC7D39-7068-4283-B19B-1C338F33A69E}" type="pres">
      <dgm:prSet presAssocID="{E2D51A87-D1AD-4882-A802-6ABA847D0FB9}" presName="parentLin" presStyleCnt="0"/>
      <dgm:spPr/>
    </dgm:pt>
    <dgm:pt modelId="{4559CB71-6431-4353-8A85-3ED71C17F6A6}" type="pres">
      <dgm:prSet presAssocID="{E2D51A87-D1AD-4882-A802-6ABA847D0FB9}" presName="parentLeftMargin" presStyleLbl="node1" presStyleIdx="0" presStyleCnt="3"/>
      <dgm:spPr/>
    </dgm:pt>
    <dgm:pt modelId="{017B5181-9C6A-487B-ABA5-122A6A8D45D2}" type="pres">
      <dgm:prSet presAssocID="{E2D51A87-D1AD-4882-A802-6ABA847D0FB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C0FE9FB-6701-4C92-99B3-DEF9E17228EC}" type="pres">
      <dgm:prSet presAssocID="{E2D51A87-D1AD-4882-A802-6ABA847D0FB9}" presName="negativeSpace" presStyleCnt="0"/>
      <dgm:spPr/>
    </dgm:pt>
    <dgm:pt modelId="{09913CF1-66E5-44C9-AD8E-4CD6B99D6E3A}" type="pres">
      <dgm:prSet presAssocID="{E2D51A87-D1AD-4882-A802-6ABA847D0FB9}" presName="childText" presStyleLbl="conFgAcc1" presStyleIdx="0" presStyleCnt="3">
        <dgm:presLayoutVars>
          <dgm:bulletEnabled val="1"/>
        </dgm:presLayoutVars>
      </dgm:prSet>
      <dgm:spPr/>
    </dgm:pt>
    <dgm:pt modelId="{44EA367F-B9CA-44C4-AC3D-61F8EF4D4681}" type="pres">
      <dgm:prSet presAssocID="{E483F78A-B7B7-4A45-85FB-FF7D9CE128B3}" presName="spaceBetweenRectangles" presStyleCnt="0"/>
      <dgm:spPr/>
    </dgm:pt>
    <dgm:pt modelId="{667E663B-3A4E-4955-8B4C-298831B681BA}" type="pres">
      <dgm:prSet presAssocID="{D17F382A-CA4E-4BF5-8D47-C5AFB2FBC096}" presName="parentLin" presStyleCnt="0"/>
      <dgm:spPr/>
    </dgm:pt>
    <dgm:pt modelId="{5BC23FA1-9BDC-41AD-81EC-9E6B4083EF94}" type="pres">
      <dgm:prSet presAssocID="{D17F382A-CA4E-4BF5-8D47-C5AFB2FBC096}" presName="parentLeftMargin" presStyleLbl="node1" presStyleIdx="0" presStyleCnt="3"/>
      <dgm:spPr/>
    </dgm:pt>
    <dgm:pt modelId="{723AF134-A91A-4755-96EB-070CBAF34528}" type="pres">
      <dgm:prSet presAssocID="{D17F382A-CA4E-4BF5-8D47-C5AFB2FBC09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897ED03-DE25-44C4-8FE4-B8ABD2662A2F}" type="pres">
      <dgm:prSet presAssocID="{D17F382A-CA4E-4BF5-8D47-C5AFB2FBC096}" presName="negativeSpace" presStyleCnt="0"/>
      <dgm:spPr/>
    </dgm:pt>
    <dgm:pt modelId="{38A302C1-0CD6-4BD6-9481-395EEEAA7C9E}" type="pres">
      <dgm:prSet presAssocID="{D17F382A-CA4E-4BF5-8D47-C5AFB2FBC096}" presName="childText" presStyleLbl="conFgAcc1" presStyleIdx="1" presStyleCnt="3">
        <dgm:presLayoutVars>
          <dgm:bulletEnabled val="1"/>
        </dgm:presLayoutVars>
      </dgm:prSet>
      <dgm:spPr/>
    </dgm:pt>
    <dgm:pt modelId="{7098F73F-BA50-4395-8FD8-B34AFBF058FA}" type="pres">
      <dgm:prSet presAssocID="{1DE26474-CBD8-4354-AC7C-07DED624EE1D}" presName="spaceBetweenRectangles" presStyleCnt="0"/>
      <dgm:spPr/>
    </dgm:pt>
    <dgm:pt modelId="{D721A6E7-8361-4687-AACE-5316C4F40C6B}" type="pres">
      <dgm:prSet presAssocID="{7C3EA878-A132-4012-BB44-CABD83ED5BDD}" presName="parentLin" presStyleCnt="0"/>
      <dgm:spPr/>
    </dgm:pt>
    <dgm:pt modelId="{44316FF5-56FF-417C-92A1-B8D9EEEC68A8}" type="pres">
      <dgm:prSet presAssocID="{7C3EA878-A132-4012-BB44-CABD83ED5BDD}" presName="parentLeftMargin" presStyleLbl="node1" presStyleIdx="1" presStyleCnt="3"/>
      <dgm:spPr/>
    </dgm:pt>
    <dgm:pt modelId="{5E0EA181-DDD4-4CD7-BA80-6A8D1F7D62AF}" type="pres">
      <dgm:prSet presAssocID="{7C3EA878-A132-4012-BB44-CABD83ED5BD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C448D0E9-A15C-416E-9C63-060006558949}" type="pres">
      <dgm:prSet presAssocID="{7C3EA878-A132-4012-BB44-CABD83ED5BDD}" presName="negativeSpace" presStyleCnt="0"/>
      <dgm:spPr/>
    </dgm:pt>
    <dgm:pt modelId="{6A409228-267A-42FB-AD57-4C7D65052A68}" type="pres">
      <dgm:prSet presAssocID="{7C3EA878-A132-4012-BB44-CABD83ED5BDD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FC94D40B-6E86-4C21-89E4-6B08C107E16F}" type="presOf" srcId="{E2D51A87-D1AD-4882-A802-6ABA847D0FB9}" destId="{4559CB71-6431-4353-8A85-3ED71C17F6A6}" srcOrd="0" destOrd="0" presId="urn:microsoft.com/office/officeart/2005/8/layout/list1"/>
    <dgm:cxn modelId="{FC9E8637-3EFA-4C5F-B6C1-91D18C69E10F}" srcId="{7539C0F3-0794-4C21-A812-7ED4098F1293}" destId="{7C3EA878-A132-4012-BB44-CABD83ED5BDD}" srcOrd="2" destOrd="0" parTransId="{6A50A1CC-5E57-4D9C-89A9-3E09CD888058}" sibTransId="{85232012-4ACE-4B7A-A3F5-F6D38E0E2803}"/>
    <dgm:cxn modelId="{C8911D5D-9C10-4AB2-8A80-90B41A7CBCD4}" type="presOf" srcId="{D17F382A-CA4E-4BF5-8D47-C5AFB2FBC096}" destId="{5BC23FA1-9BDC-41AD-81EC-9E6B4083EF94}" srcOrd="0" destOrd="0" presId="urn:microsoft.com/office/officeart/2005/8/layout/list1"/>
    <dgm:cxn modelId="{D1031D64-B998-462B-A81D-C6C81B16A73C}" type="presOf" srcId="{7C3EA878-A132-4012-BB44-CABD83ED5BDD}" destId="{5E0EA181-DDD4-4CD7-BA80-6A8D1F7D62AF}" srcOrd="1" destOrd="0" presId="urn:microsoft.com/office/officeart/2005/8/layout/list1"/>
    <dgm:cxn modelId="{24D88548-B372-4AA5-A970-F890907BF5DB}" type="presOf" srcId="{E2D51A87-D1AD-4882-A802-6ABA847D0FB9}" destId="{017B5181-9C6A-487B-ABA5-122A6A8D45D2}" srcOrd="1" destOrd="0" presId="urn:microsoft.com/office/officeart/2005/8/layout/list1"/>
    <dgm:cxn modelId="{2BEBC454-06AE-492A-B4A5-348CC039930A}" type="presOf" srcId="{7539C0F3-0794-4C21-A812-7ED4098F1293}" destId="{F8B5B1E5-E21A-4100-9299-F7975B4AAD3B}" srcOrd="0" destOrd="0" presId="urn:microsoft.com/office/officeart/2005/8/layout/list1"/>
    <dgm:cxn modelId="{1AADD8B4-9D52-4B83-BDC6-33744D6847E9}" type="presOf" srcId="{7C3EA878-A132-4012-BB44-CABD83ED5BDD}" destId="{44316FF5-56FF-417C-92A1-B8D9EEEC68A8}" srcOrd="0" destOrd="0" presId="urn:microsoft.com/office/officeart/2005/8/layout/list1"/>
    <dgm:cxn modelId="{414653CE-03B6-4CC4-B8AD-859739C6E8D9}" srcId="{7539C0F3-0794-4C21-A812-7ED4098F1293}" destId="{E2D51A87-D1AD-4882-A802-6ABA847D0FB9}" srcOrd="0" destOrd="0" parTransId="{3EE9CCEA-B406-4B5B-B84E-B1A7DF535355}" sibTransId="{E483F78A-B7B7-4A45-85FB-FF7D9CE128B3}"/>
    <dgm:cxn modelId="{011008DC-73CF-46DD-B388-16A20893B48D}" srcId="{7539C0F3-0794-4C21-A812-7ED4098F1293}" destId="{D17F382A-CA4E-4BF5-8D47-C5AFB2FBC096}" srcOrd="1" destOrd="0" parTransId="{83F7774B-9A6D-4466-8C0C-AD3CE4AF993D}" sibTransId="{1DE26474-CBD8-4354-AC7C-07DED624EE1D}"/>
    <dgm:cxn modelId="{3FF6ECE4-7D43-4063-B279-6601A8CED52E}" type="presOf" srcId="{D17F382A-CA4E-4BF5-8D47-C5AFB2FBC096}" destId="{723AF134-A91A-4755-96EB-070CBAF34528}" srcOrd="1" destOrd="0" presId="urn:microsoft.com/office/officeart/2005/8/layout/list1"/>
    <dgm:cxn modelId="{B3D23C36-CFFB-4743-BE66-640471E59FF7}" type="presParOf" srcId="{F8B5B1E5-E21A-4100-9299-F7975B4AAD3B}" destId="{B9FC7D39-7068-4283-B19B-1C338F33A69E}" srcOrd="0" destOrd="0" presId="urn:microsoft.com/office/officeart/2005/8/layout/list1"/>
    <dgm:cxn modelId="{46CE8C45-E8F1-4EA4-A292-BCAD4201402F}" type="presParOf" srcId="{B9FC7D39-7068-4283-B19B-1C338F33A69E}" destId="{4559CB71-6431-4353-8A85-3ED71C17F6A6}" srcOrd="0" destOrd="0" presId="urn:microsoft.com/office/officeart/2005/8/layout/list1"/>
    <dgm:cxn modelId="{7A9852B1-0386-4CC4-8035-5D33EEB988B1}" type="presParOf" srcId="{B9FC7D39-7068-4283-B19B-1C338F33A69E}" destId="{017B5181-9C6A-487B-ABA5-122A6A8D45D2}" srcOrd="1" destOrd="0" presId="urn:microsoft.com/office/officeart/2005/8/layout/list1"/>
    <dgm:cxn modelId="{A15FF457-1189-42F4-96CB-80DF1FEE97F7}" type="presParOf" srcId="{F8B5B1E5-E21A-4100-9299-F7975B4AAD3B}" destId="{5C0FE9FB-6701-4C92-99B3-DEF9E17228EC}" srcOrd="1" destOrd="0" presId="urn:microsoft.com/office/officeart/2005/8/layout/list1"/>
    <dgm:cxn modelId="{FC0760BF-22E2-4851-9150-0ACE716EE064}" type="presParOf" srcId="{F8B5B1E5-E21A-4100-9299-F7975B4AAD3B}" destId="{09913CF1-66E5-44C9-AD8E-4CD6B99D6E3A}" srcOrd="2" destOrd="0" presId="urn:microsoft.com/office/officeart/2005/8/layout/list1"/>
    <dgm:cxn modelId="{1E71289C-2D9E-4F5E-9706-C39BEC5941F7}" type="presParOf" srcId="{F8B5B1E5-E21A-4100-9299-F7975B4AAD3B}" destId="{44EA367F-B9CA-44C4-AC3D-61F8EF4D4681}" srcOrd="3" destOrd="0" presId="urn:microsoft.com/office/officeart/2005/8/layout/list1"/>
    <dgm:cxn modelId="{3B668DCD-3BC7-4200-AC22-34DBD871DB53}" type="presParOf" srcId="{F8B5B1E5-E21A-4100-9299-F7975B4AAD3B}" destId="{667E663B-3A4E-4955-8B4C-298831B681BA}" srcOrd="4" destOrd="0" presId="urn:microsoft.com/office/officeart/2005/8/layout/list1"/>
    <dgm:cxn modelId="{3488BC27-D1F6-479F-B1CA-F1E672316FC2}" type="presParOf" srcId="{667E663B-3A4E-4955-8B4C-298831B681BA}" destId="{5BC23FA1-9BDC-41AD-81EC-9E6B4083EF94}" srcOrd="0" destOrd="0" presId="urn:microsoft.com/office/officeart/2005/8/layout/list1"/>
    <dgm:cxn modelId="{BB637EDE-3982-41E0-BDB1-77C07DA88368}" type="presParOf" srcId="{667E663B-3A4E-4955-8B4C-298831B681BA}" destId="{723AF134-A91A-4755-96EB-070CBAF34528}" srcOrd="1" destOrd="0" presId="urn:microsoft.com/office/officeart/2005/8/layout/list1"/>
    <dgm:cxn modelId="{8003AA71-8563-476C-AD87-D20969A6F84F}" type="presParOf" srcId="{F8B5B1E5-E21A-4100-9299-F7975B4AAD3B}" destId="{B897ED03-DE25-44C4-8FE4-B8ABD2662A2F}" srcOrd="5" destOrd="0" presId="urn:microsoft.com/office/officeart/2005/8/layout/list1"/>
    <dgm:cxn modelId="{181C2098-441B-4190-9267-1B5298D8E324}" type="presParOf" srcId="{F8B5B1E5-E21A-4100-9299-F7975B4AAD3B}" destId="{38A302C1-0CD6-4BD6-9481-395EEEAA7C9E}" srcOrd="6" destOrd="0" presId="urn:microsoft.com/office/officeart/2005/8/layout/list1"/>
    <dgm:cxn modelId="{6A69DE51-FA50-4094-A34D-FC61B2657F45}" type="presParOf" srcId="{F8B5B1E5-E21A-4100-9299-F7975B4AAD3B}" destId="{7098F73F-BA50-4395-8FD8-B34AFBF058FA}" srcOrd="7" destOrd="0" presId="urn:microsoft.com/office/officeart/2005/8/layout/list1"/>
    <dgm:cxn modelId="{16F6674A-5DDD-4657-A512-1A7BB6C6384B}" type="presParOf" srcId="{F8B5B1E5-E21A-4100-9299-F7975B4AAD3B}" destId="{D721A6E7-8361-4687-AACE-5316C4F40C6B}" srcOrd="8" destOrd="0" presId="urn:microsoft.com/office/officeart/2005/8/layout/list1"/>
    <dgm:cxn modelId="{D79A4C4A-BF42-4F11-8A74-3FE216B6AA6F}" type="presParOf" srcId="{D721A6E7-8361-4687-AACE-5316C4F40C6B}" destId="{44316FF5-56FF-417C-92A1-B8D9EEEC68A8}" srcOrd="0" destOrd="0" presId="urn:microsoft.com/office/officeart/2005/8/layout/list1"/>
    <dgm:cxn modelId="{4AFF106E-88F3-4469-ADC7-E665D38072C6}" type="presParOf" srcId="{D721A6E7-8361-4687-AACE-5316C4F40C6B}" destId="{5E0EA181-DDD4-4CD7-BA80-6A8D1F7D62AF}" srcOrd="1" destOrd="0" presId="urn:microsoft.com/office/officeart/2005/8/layout/list1"/>
    <dgm:cxn modelId="{40FE043B-9056-4F6A-B529-CF84C4C4AE66}" type="presParOf" srcId="{F8B5B1E5-E21A-4100-9299-F7975B4AAD3B}" destId="{C448D0E9-A15C-416E-9C63-060006558949}" srcOrd="9" destOrd="0" presId="urn:microsoft.com/office/officeart/2005/8/layout/list1"/>
    <dgm:cxn modelId="{8E28A7A5-E55E-4FF0-94F0-DAC5292768CC}" type="presParOf" srcId="{F8B5B1E5-E21A-4100-9299-F7975B4AAD3B}" destId="{6A409228-267A-42FB-AD57-4C7D65052A68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F95C83-80E2-4B31-8758-B729FC83854D}">
      <dsp:nvSpPr>
        <dsp:cNvPr id="0" name=""/>
        <dsp:cNvSpPr/>
      </dsp:nvSpPr>
      <dsp:spPr>
        <a:xfrm>
          <a:off x="0" y="531"/>
          <a:ext cx="4363675" cy="4461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883D8F-8D34-48FE-B26F-3FCC72A3A09A}">
      <dsp:nvSpPr>
        <dsp:cNvPr id="0" name=""/>
        <dsp:cNvSpPr/>
      </dsp:nvSpPr>
      <dsp:spPr>
        <a:xfrm>
          <a:off x="134970" y="100922"/>
          <a:ext cx="245400" cy="2454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AF70D9-F32B-4B76-9584-6029556B1DE5}">
      <dsp:nvSpPr>
        <dsp:cNvPr id="0" name=""/>
        <dsp:cNvSpPr/>
      </dsp:nvSpPr>
      <dsp:spPr>
        <a:xfrm>
          <a:off x="515340" y="531"/>
          <a:ext cx="3848334" cy="446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21" tIns="47221" rIns="47221" bIns="4722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600" kern="1200"/>
            <a:t>Emotion analysis</a:t>
          </a:r>
          <a:endParaRPr lang="en-US" sz="1600" kern="1200"/>
        </a:p>
      </dsp:txBody>
      <dsp:txXfrm>
        <a:off x="515340" y="531"/>
        <a:ext cx="3848334" cy="446182"/>
      </dsp:txXfrm>
    </dsp:sp>
    <dsp:sp modelId="{1F3C5140-6B74-493D-AAF2-09457E41EA02}">
      <dsp:nvSpPr>
        <dsp:cNvPr id="0" name=""/>
        <dsp:cNvSpPr/>
      </dsp:nvSpPr>
      <dsp:spPr>
        <a:xfrm>
          <a:off x="0" y="558258"/>
          <a:ext cx="4363675" cy="4461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79D5BD-709B-4AA3-84AA-233D6698D429}">
      <dsp:nvSpPr>
        <dsp:cNvPr id="0" name=""/>
        <dsp:cNvSpPr/>
      </dsp:nvSpPr>
      <dsp:spPr>
        <a:xfrm>
          <a:off x="134970" y="658649"/>
          <a:ext cx="245400" cy="2454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28CC23-7F6B-4ED2-B84C-714DA96810CE}">
      <dsp:nvSpPr>
        <dsp:cNvPr id="0" name=""/>
        <dsp:cNvSpPr/>
      </dsp:nvSpPr>
      <dsp:spPr>
        <a:xfrm>
          <a:off x="515340" y="558258"/>
          <a:ext cx="3848334" cy="446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21" tIns="47221" rIns="47221" bIns="4722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600" kern="1200"/>
            <a:t>Go emotions (58k samples)</a:t>
          </a:r>
          <a:endParaRPr lang="en-US" sz="1600" kern="1200"/>
        </a:p>
      </dsp:txBody>
      <dsp:txXfrm>
        <a:off x="515340" y="558258"/>
        <a:ext cx="3848334" cy="446182"/>
      </dsp:txXfrm>
    </dsp:sp>
    <dsp:sp modelId="{CF38D8CC-38A0-44A2-B1B0-FFB297AF861F}">
      <dsp:nvSpPr>
        <dsp:cNvPr id="0" name=""/>
        <dsp:cNvSpPr/>
      </dsp:nvSpPr>
      <dsp:spPr>
        <a:xfrm>
          <a:off x="0" y="1115986"/>
          <a:ext cx="4363675" cy="4461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3A358F-2ABC-4D47-892A-DFEE5A9E28C4}">
      <dsp:nvSpPr>
        <dsp:cNvPr id="0" name=""/>
        <dsp:cNvSpPr/>
      </dsp:nvSpPr>
      <dsp:spPr>
        <a:xfrm>
          <a:off x="134970" y="1216377"/>
          <a:ext cx="245400" cy="245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FE550E-8CEC-4F14-88F5-424C54E1C7C6}">
      <dsp:nvSpPr>
        <dsp:cNvPr id="0" name=""/>
        <dsp:cNvSpPr/>
      </dsp:nvSpPr>
      <dsp:spPr>
        <a:xfrm>
          <a:off x="515340" y="1115986"/>
          <a:ext cx="3848334" cy="446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21" tIns="47221" rIns="47221" bIns="4722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Century Schoolbook" panose="02040604050505020304"/>
            </a:rPr>
            <a:t>Additional data added</a:t>
          </a:r>
        </a:p>
      </dsp:txBody>
      <dsp:txXfrm>
        <a:off x="515340" y="1115986"/>
        <a:ext cx="3848334" cy="446182"/>
      </dsp:txXfrm>
    </dsp:sp>
    <dsp:sp modelId="{9B8D6229-FE49-4DB4-9FB3-F75E1DADCB77}">
      <dsp:nvSpPr>
        <dsp:cNvPr id="0" name=""/>
        <dsp:cNvSpPr/>
      </dsp:nvSpPr>
      <dsp:spPr>
        <a:xfrm>
          <a:off x="0" y="1673713"/>
          <a:ext cx="4363675" cy="4461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01C7A0-56BC-4CF2-B3FF-8B080AD3E6B8}">
      <dsp:nvSpPr>
        <dsp:cNvPr id="0" name=""/>
        <dsp:cNvSpPr/>
      </dsp:nvSpPr>
      <dsp:spPr>
        <a:xfrm>
          <a:off x="134970" y="1774104"/>
          <a:ext cx="245400" cy="2454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21B79D-6877-48F9-8CD7-B0A125826758}">
      <dsp:nvSpPr>
        <dsp:cNvPr id="0" name=""/>
        <dsp:cNvSpPr/>
      </dsp:nvSpPr>
      <dsp:spPr>
        <a:xfrm>
          <a:off x="515340" y="1673713"/>
          <a:ext cx="3848334" cy="446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21" tIns="47221" rIns="47221" bIns="4722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600" kern="1200"/>
            <a:t>Machine translation</a:t>
          </a:r>
          <a:endParaRPr lang="en-US" sz="1600" kern="1200"/>
        </a:p>
      </dsp:txBody>
      <dsp:txXfrm>
        <a:off x="515340" y="1673713"/>
        <a:ext cx="3848334" cy="446182"/>
      </dsp:txXfrm>
    </dsp:sp>
    <dsp:sp modelId="{30C8ABFD-39FA-46C0-AC2A-1D34F70EEA98}">
      <dsp:nvSpPr>
        <dsp:cNvPr id="0" name=""/>
        <dsp:cNvSpPr/>
      </dsp:nvSpPr>
      <dsp:spPr>
        <a:xfrm>
          <a:off x="0" y="2231441"/>
          <a:ext cx="4363675" cy="4461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BD9260-502A-4545-8836-762EE23F0547}">
      <dsp:nvSpPr>
        <dsp:cNvPr id="0" name=""/>
        <dsp:cNvSpPr/>
      </dsp:nvSpPr>
      <dsp:spPr>
        <a:xfrm>
          <a:off x="134970" y="2331832"/>
          <a:ext cx="245400" cy="2454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A80DC7-F425-4611-B424-13A56DFB6F81}">
      <dsp:nvSpPr>
        <dsp:cNvPr id="0" name=""/>
        <dsp:cNvSpPr/>
      </dsp:nvSpPr>
      <dsp:spPr>
        <a:xfrm>
          <a:off x="515340" y="2231441"/>
          <a:ext cx="3848334" cy="446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21" tIns="47221" rIns="47221" bIns="4722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600" kern="1200"/>
            <a:t>Open subtitles NL - EN</a:t>
          </a:r>
          <a:endParaRPr lang="en-US" sz="1600" kern="1200"/>
        </a:p>
      </dsp:txBody>
      <dsp:txXfrm>
        <a:off x="515340" y="2231441"/>
        <a:ext cx="3848334" cy="446182"/>
      </dsp:txXfrm>
    </dsp:sp>
    <dsp:sp modelId="{977480E0-DCF1-4ABC-A929-95342EC813F0}">
      <dsp:nvSpPr>
        <dsp:cNvPr id="0" name=""/>
        <dsp:cNvSpPr/>
      </dsp:nvSpPr>
      <dsp:spPr>
        <a:xfrm>
          <a:off x="0" y="2789168"/>
          <a:ext cx="4363675" cy="4461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60A924-9ECC-496C-B288-7D8AF33A3D46}">
      <dsp:nvSpPr>
        <dsp:cNvPr id="0" name=""/>
        <dsp:cNvSpPr/>
      </dsp:nvSpPr>
      <dsp:spPr>
        <a:xfrm>
          <a:off x="134970" y="2889559"/>
          <a:ext cx="245400" cy="2454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A0B3A7-D7F1-442C-A153-C66AF4AB22D4}">
      <dsp:nvSpPr>
        <dsp:cNvPr id="0" name=""/>
        <dsp:cNvSpPr/>
      </dsp:nvSpPr>
      <dsp:spPr>
        <a:xfrm>
          <a:off x="515340" y="2789168"/>
          <a:ext cx="3848334" cy="446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21" tIns="47221" rIns="47221" bIns="4722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600" kern="1200"/>
            <a:t>200k sentences</a:t>
          </a:r>
          <a:endParaRPr lang="en-US" sz="1600" kern="1200"/>
        </a:p>
      </dsp:txBody>
      <dsp:txXfrm>
        <a:off x="515340" y="2789168"/>
        <a:ext cx="3848334" cy="446182"/>
      </dsp:txXfrm>
    </dsp:sp>
    <dsp:sp modelId="{2E7595FA-4BC7-496B-923B-5EAA3CE9655B}">
      <dsp:nvSpPr>
        <dsp:cNvPr id="0" name=""/>
        <dsp:cNvSpPr/>
      </dsp:nvSpPr>
      <dsp:spPr>
        <a:xfrm>
          <a:off x="0" y="3346896"/>
          <a:ext cx="4363675" cy="4461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8705CA-97EE-43B5-9C1A-0454017941B8}">
      <dsp:nvSpPr>
        <dsp:cNvPr id="0" name=""/>
        <dsp:cNvSpPr/>
      </dsp:nvSpPr>
      <dsp:spPr>
        <a:xfrm>
          <a:off x="134970" y="3447287"/>
          <a:ext cx="245400" cy="24540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D05382-C52D-4ED8-B1D0-8C54DCC50F20}">
      <dsp:nvSpPr>
        <dsp:cNvPr id="0" name=""/>
        <dsp:cNvSpPr/>
      </dsp:nvSpPr>
      <dsp:spPr>
        <a:xfrm>
          <a:off x="515340" y="3346896"/>
          <a:ext cx="3848334" cy="446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21" tIns="47221" rIns="47221" bIns="4722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600" kern="1200"/>
            <a:t>Problems</a:t>
          </a:r>
          <a:endParaRPr lang="en-US" sz="1600" kern="1200"/>
        </a:p>
      </dsp:txBody>
      <dsp:txXfrm>
        <a:off x="515340" y="3346896"/>
        <a:ext cx="3848334" cy="446182"/>
      </dsp:txXfrm>
    </dsp:sp>
    <dsp:sp modelId="{5790F865-9A4D-4A79-8FB1-2B9C7A02FCF8}">
      <dsp:nvSpPr>
        <dsp:cNvPr id="0" name=""/>
        <dsp:cNvSpPr/>
      </dsp:nvSpPr>
      <dsp:spPr>
        <a:xfrm>
          <a:off x="0" y="3904623"/>
          <a:ext cx="4363675" cy="4461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C59584-3966-4FD8-9D5C-7D79EAB19663}">
      <dsp:nvSpPr>
        <dsp:cNvPr id="0" name=""/>
        <dsp:cNvSpPr/>
      </dsp:nvSpPr>
      <dsp:spPr>
        <a:xfrm>
          <a:off x="134970" y="4005014"/>
          <a:ext cx="245400" cy="245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16D2AA-5C8D-4E35-9B79-CA7CFFD8400C}">
      <dsp:nvSpPr>
        <dsp:cNvPr id="0" name=""/>
        <dsp:cNvSpPr/>
      </dsp:nvSpPr>
      <dsp:spPr>
        <a:xfrm>
          <a:off x="515340" y="3904623"/>
          <a:ext cx="3848334" cy="446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21" tIns="47221" rIns="47221" bIns="47221" numCol="1" spcCol="1270" anchor="ctr" anchorCtr="0">
          <a:noAutofit/>
        </a:bodyPr>
        <a:lstStyle/>
        <a:p>
          <a:pPr marL="0" lvl="0" indent="0" algn="l" defTabSz="7112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600" kern="1200">
              <a:latin typeface="Century Schoolbook" panose="02040604050505020304"/>
            </a:rPr>
            <a:t>Test data</a:t>
          </a:r>
        </a:p>
      </dsp:txBody>
      <dsp:txXfrm>
        <a:off x="515340" y="3904623"/>
        <a:ext cx="3848334" cy="4461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9845A5-A37F-4B96-9397-C9BE0E2AB219}">
      <dsp:nvSpPr>
        <dsp:cNvPr id="0" name=""/>
        <dsp:cNvSpPr/>
      </dsp:nvSpPr>
      <dsp:spPr>
        <a:xfrm>
          <a:off x="0" y="3478"/>
          <a:ext cx="6887746" cy="74089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1648C1-9B5B-48DF-9D8B-14334340F20C}">
      <dsp:nvSpPr>
        <dsp:cNvPr id="0" name=""/>
        <dsp:cNvSpPr/>
      </dsp:nvSpPr>
      <dsp:spPr>
        <a:xfrm>
          <a:off x="224120" y="170179"/>
          <a:ext cx="407491" cy="4074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E2679D-DFD1-4C63-954B-24F0F61F2352}">
      <dsp:nvSpPr>
        <dsp:cNvPr id="0" name=""/>
        <dsp:cNvSpPr/>
      </dsp:nvSpPr>
      <dsp:spPr>
        <a:xfrm>
          <a:off x="855733" y="3478"/>
          <a:ext cx="6032012" cy="740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411" tIns="78411" rIns="78411" bIns="7841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900" kern="1200"/>
            <a:t>Assembly AI</a:t>
          </a:r>
          <a:endParaRPr lang="en-US" sz="1900" kern="1200"/>
        </a:p>
      </dsp:txBody>
      <dsp:txXfrm>
        <a:off x="855733" y="3478"/>
        <a:ext cx="6032012" cy="740894"/>
      </dsp:txXfrm>
    </dsp:sp>
    <dsp:sp modelId="{99639DD7-E260-414B-87C3-8D3D9D20F897}">
      <dsp:nvSpPr>
        <dsp:cNvPr id="0" name=""/>
        <dsp:cNvSpPr/>
      </dsp:nvSpPr>
      <dsp:spPr>
        <a:xfrm>
          <a:off x="0" y="929596"/>
          <a:ext cx="6887746" cy="74089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52F2F6-40C2-4DB1-B161-36C81CDA11D4}">
      <dsp:nvSpPr>
        <dsp:cNvPr id="0" name=""/>
        <dsp:cNvSpPr/>
      </dsp:nvSpPr>
      <dsp:spPr>
        <a:xfrm>
          <a:off x="224120" y="1096297"/>
          <a:ext cx="407491" cy="4074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A0292E-6E6F-40E8-8565-221735B81EAE}">
      <dsp:nvSpPr>
        <dsp:cNvPr id="0" name=""/>
        <dsp:cNvSpPr/>
      </dsp:nvSpPr>
      <dsp:spPr>
        <a:xfrm>
          <a:off x="855733" y="929596"/>
          <a:ext cx="6032012" cy="740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411" tIns="78411" rIns="78411" bIns="7841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900" kern="1200"/>
            <a:t>Whisper</a:t>
          </a:r>
          <a:endParaRPr lang="en-US" sz="1900" kern="1200"/>
        </a:p>
      </dsp:txBody>
      <dsp:txXfrm>
        <a:off x="855733" y="929596"/>
        <a:ext cx="6032012" cy="740894"/>
      </dsp:txXfrm>
    </dsp:sp>
    <dsp:sp modelId="{46F99B35-571D-47C1-996F-A4A456C28E81}">
      <dsp:nvSpPr>
        <dsp:cNvPr id="0" name=""/>
        <dsp:cNvSpPr/>
      </dsp:nvSpPr>
      <dsp:spPr>
        <a:xfrm>
          <a:off x="0" y="1855714"/>
          <a:ext cx="6887746" cy="74089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970E0D-F35B-4978-B062-23CE62D3EB90}">
      <dsp:nvSpPr>
        <dsp:cNvPr id="0" name=""/>
        <dsp:cNvSpPr/>
      </dsp:nvSpPr>
      <dsp:spPr>
        <a:xfrm>
          <a:off x="224120" y="2022416"/>
          <a:ext cx="407491" cy="40749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FC9F27-5B64-4FB0-B2EF-CE7CCA6436B2}">
      <dsp:nvSpPr>
        <dsp:cNvPr id="0" name=""/>
        <dsp:cNvSpPr/>
      </dsp:nvSpPr>
      <dsp:spPr>
        <a:xfrm>
          <a:off x="855733" y="1855714"/>
          <a:ext cx="6032012" cy="740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411" tIns="78411" rIns="78411" bIns="7841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Results</a:t>
          </a:r>
        </a:p>
      </dsp:txBody>
      <dsp:txXfrm>
        <a:off x="855733" y="1855714"/>
        <a:ext cx="6032012" cy="740894"/>
      </dsp:txXfrm>
    </dsp:sp>
    <dsp:sp modelId="{A91205BB-370C-4A0D-889C-6633039F397F}">
      <dsp:nvSpPr>
        <dsp:cNvPr id="0" name=""/>
        <dsp:cNvSpPr/>
      </dsp:nvSpPr>
      <dsp:spPr>
        <a:xfrm>
          <a:off x="0" y="2781832"/>
          <a:ext cx="6887746" cy="74089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CABE49-75D6-4006-BBAD-D609A40380C6}">
      <dsp:nvSpPr>
        <dsp:cNvPr id="0" name=""/>
        <dsp:cNvSpPr/>
      </dsp:nvSpPr>
      <dsp:spPr>
        <a:xfrm>
          <a:off x="224120" y="2948534"/>
          <a:ext cx="407491" cy="40749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02FD21-C565-4ACF-A63E-99FDA59F7BFB}">
      <dsp:nvSpPr>
        <dsp:cNvPr id="0" name=""/>
        <dsp:cNvSpPr/>
      </dsp:nvSpPr>
      <dsp:spPr>
        <a:xfrm>
          <a:off x="855733" y="2781832"/>
          <a:ext cx="6032012" cy="740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411" tIns="78411" rIns="78411" bIns="7841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Problems</a:t>
          </a:r>
        </a:p>
      </dsp:txBody>
      <dsp:txXfrm>
        <a:off x="855733" y="2781832"/>
        <a:ext cx="6032012" cy="740894"/>
      </dsp:txXfrm>
    </dsp:sp>
    <dsp:sp modelId="{15C2A586-E319-420B-8AF6-11BC30B3C666}">
      <dsp:nvSpPr>
        <dsp:cNvPr id="0" name=""/>
        <dsp:cNvSpPr/>
      </dsp:nvSpPr>
      <dsp:spPr>
        <a:xfrm>
          <a:off x="0" y="3658792"/>
          <a:ext cx="6887746" cy="74089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B5B446-BC9D-46B1-826B-8F8DF9402DF8}">
      <dsp:nvSpPr>
        <dsp:cNvPr id="0" name=""/>
        <dsp:cNvSpPr/>
      </dsp:nvSpPr>
      <dsp:spPr>
        <a:xfrm>
          <a:off x="224120" y="3874652"/>
          <a:ext cx="407491" cy="40749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332A9B-056B-4377-9728-4191AC00A64A}">
      <dsp:nvSpPr>
        <dsp:cNvPr id="0" name=""/>
        <dsp:cNvSpPr/>
      </dsp:nvSpPr>
      <dsp:spPr>
        <a:xfrm>
          <a:off x="855733" y="3707951"/>
          <a:ext cx="6032012" cy="740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411" tIns="78411" rIns="78411" bIns="7841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TradeOff</a:t>
          </a:r>
          <a:endParaRPr lang="en-US" sz="1900" kern="1200" dirty="0"/>
        </a:p>
      </dsp:txBody>
      <dsp:txXfrm>
        <a:off x="855733" y="3707951"/>
        <a:ext cx="6032012" cy="7408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0286A-18B8-4B9E-AD23-582EE0C060EC}">
      <dsp:nvSpPr>
        <dsp:cNvPr id="0" name=""/>
        <dsp:cNvSpPr/>
      </dsp:nvSpPr>
      <dsp:spPr>
        <a:xfrm>
          <a:off x="0" y="613493"/>
          <a:ext cx="6286571" cy="100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4D7109-BE9C-4728-92F2-86FCA8F1B0B7}">
      <dsp:nvSpPr>
        <dsp:cNvPr id="0" name=""/>
        <dsp:cNvSpPr/>
      </dsp:nvSpPr>
      <dsp:spPr>
        <a:xfrm>
          <a:off x="314328" y="23093"/>
          <a:ext cx="4400599" cy="1180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6332" tIns="0" rIns="166332" bIns="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4000" kern="1200" baseline="0">
              <a:latin typeface="Century Schoolbook" panose="02040604050505020304"/>
              <a:ea typeface="+mn-ea"/>
              <a:cs typeface="+mn-cs"/>
            </a:rPr>
            <a:t>TF-IDF</a:t>
          </a:r>
          <a:endParaRPr lang="en-US" sz="4000" kern="1200" baseline="0">
            <a:latin typeface="Century Schoolbook" panose="02040604050505020304"/>
            <a:ea typeface="+mn-ea"/>
            <a:cs typeface="+mn-cs"/>
          </a:endParaRPr>
        </a:p>
      </dsp:txBody>
      <dsp:txXfrm>
        <a:off x="371970" y="80735"/>
        <a:ext cx="4285315" cy="1065516"/>
      </dsp:txXfrm>
    </dsp:sp>
    <dsp:sp modelId="{DA072099-D96C-4BEF-B953-8C6F46F65A3C}">
      <dsp:nvSpPr>
        <dsp:cNvPr id="0" name=""/>
        <dsp:cNvSpPr/>
      </dsp:nvSpPr>
      <dsp:spPr>
        <a:xfrm>
          <a:off x="0" y="2427894"/>
          <a:ext cx="6286571" cy="100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A253A4-235F-4CE9-9D50-DC4BA14D7ACE}">
      <dsp:nvSpPr>
        <dsp:cNvPr id="0" name=""/>
        <dsp:cNvSpPr/>
      </dsp:nvSpPr>
      <dsp:spPr>
        <a:xfrm>
          <a:off x="314328" y="1837494"/>
          <a:ext cx="4400599" cy="1180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6332" tIns="0" rIns="166332" bIns="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4000" kern="1200">
              <a:latin typeface="Century Schoolbook"/>
              <a:ea typeface="+mn-ea"/>
              <a:cs typeface="+mn-cs"/>
            </a:rPr>
            <a:t>POS-Tagging</a:t>
          </a:r>
          <a:endParaRPr lang="nl-NL" sz="4000" kern="1200">
            <a:ea typeface="+mn-ea"/>
            <a:cs typeface="+mn-cs"/>
          </a:endParaRPr>
        </a:p>
      </dsp:txBody>
      <dsp:txXfrm>
        <a:off x="371970" y="1895136"/>
        <a:ext cx="4285315" cy="10655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F925CA-E46C-4B20-BC6E-FA7101EE5E81}">
      <dsp:nvSpPr>
        <dsp:cNvPr id="0" name=""/>
        <dsp:cNvSpPr/>
      </dsp:nvSpPr>
      <dsp:spPr>
        <a:xfrm>
          <a:off x="0" y="613493"/>
          <a:ext cx="6286571" cy="100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D483F2-73A7-4088-A3EA-3A45660BD83C}">
      <dsp:nvSpPr>
        <dsp:cNvPr id="0" name=""/>
        <dsp:cNvSpPr/>
      </dsp:nvSpPr>
      <dsp:spPr>
        <a:xfrm>
          <a:off x="314328" y="23093"/>
          <a:ext cx="4400599" cy="1180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6332" tIns="0" rIns="166332" bIns="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4000" kern="1200" baseline="0" err="1">
              <a:latin typeface="Calibri"/>
              <a:ea typeface="Calibri"/>
              <a:cs typeface="Calibri"/>
            </a:rPr>
            <a:t>Embeddings</a:t>
          </a:r>
          <a:endParaRPr lang="en-US" sz="4000" kern="1200" baseline="0" err="1">
            <a:latin typeface="Calibri"/>
            <a:ea typeface="Calibri"/>
            <a:cs typeface="Calibri"/>
          </a:endParaRPr>
        </a:p>
      </dsp:txBody>
      <dsp:txXfrm>
        <a:off x="371970" y="80735"/>
        <a:ext cx="4285315" cy="1065516"/>
      </dsp:txXfrm>
    </dsp:sp>
    <dsp:sp modelId="{56509018-A8E9-4545-B779-755BDD9021D8}">
      <dsp:nvSpPr>
        <dsp:cNvPr id="0" name=""/>
        <dsp:cNvSpPr/>
      </dsp:nvSpPr>
      <dsp:spPr>
        <a:xfrm>
          <a:off x="0" y="2427894"/>
          <a:ext cx="6286571" cy="100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BBD8CA-0D03-4635-B99A-7F3CC5430BEB}">
      <dsp:nvSpPr>
        <dsp:cNvPr id="0" name=""/>
        <dsp:cNvSpPr/>
      </dsp:nvSpPr>
      <dsp:spPr>
        <a:xfrm>
          <a:off x="314328" y="1837494"/>
          <a:ext cx="4400599" cy="1180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6332" tIns="0" rIns="166332" bIns="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4000" kern="1200">
              <a:latin typeface="Calibri"/>
              <a:ea typeface="Calibri"/>
              <a:cs typeface="Calibri"/>
            </a:rPr>
            <a:t>Speaker Tagging</a:t>
          </a:r>
          <a:endParaRPr lang="en-US" sz="4000" kern="1200">
            <a:latin typeface="Calibri"/>
            <a:ea typeface="Calibri"/>
            <a:cs typeface="Calibri"/>
          </a:endParaRPr>
        </a:p>
      </dsp:txBody>
      <dsp:txXfrm>
        <a:off x="371970" y="1895136"/>
        <a:ext cx="4285315" cy="106551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D10FEC-3FD2-46D5-A683-E6CAB2D7367A}">
      <dsp:nvSpPr>
        <dsp:cNvPr id="0" name=""/>
        <dsp:cNvSpPr/>
      </dsp:nvSpPr>
      <dsp:spPr>
        <a:xfrm>
          <a:off x="720179" y="1275666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A64B89-FEF2-45BD-9702-1E9C2535F6B0}">
      <dsp:nvSpPr>
        <dsp:cNvPr id="0" name=""/>
        <dsp:cNvSpPr/>
      </dsp:nvSpPr>
      <dsp:spPr>
        <a:xfrm>
          <a:off x="225179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500" kern="1200" baseline="0">
              <a:latin typeface="Calibri"/>
              <a:ea typeface="Calibri"/>
              <a:cs typeface="Calibri"/>
            </a:rPr>
            <a:t>Data  </a:t>
          </a:r>
          <a:r>
            <a:rPr lang="nl-NL" sz="1500" kern="1200" baseline="0" err="1">
              <a:latin typeface="Calibri"/>
              <a:ea typeface="Calibri"/>
              <a:cs typeface="Calibri"/>
            </a:rPr>
            <a:t>prerocessing</a:t>
          </a:r>
          <a:r>
            <a:rPr lang="nl-NL" sz="1500" kern="1200" baseline="0">
              <a:latin typeface="Calibri"/>
              <a:ea typeface="Calibri"/>
              <a:cs typeface="Calibri"/>
            </a:rPr>
            <a:t> </a:t>
          </a:r>
          <a:r>
            <a:rPr lang="nl-NL" sz="1500" kern="1200" baseline="0" err="1">
              <a:latin typeface="Calibri"/>
              <a:ea typeface="Calibri"/>
              <a:cs typeface="Calibri"/>
            </a:rPr>
            <a:t>and</a:t>
          </a:r>
          <a:r>
            <a:rPr lang="nl-NL" sz="1500" kern="1200" baseline="0">
              <a:latin typeface="Calibri"/>
              <a:ea typeface="Calibri"/>
              <a:cs typeface="Calibri"/>
            </a:rPr>
            <a:t> </a:t>
          </a:r>
          <a:r>
            <a:rPr lang="nl-NL" sz="1500" kern="1200" baseline="0" err="1">
              <a:latin typeface="Calibri"/>
              <a:ea typeface="Calibri"/>
              <a:cs typeface="Calibri"/>
            </a:rPr>
            <a:t>architecture</a:t>
          </a:r>
          <a:r>
            <a:rPr lang="nl-NL" sz="1500" kern="1200" baseline="0">
              <a:latin typeface="Calibri"/>
              <a:ea typeface="Calibri"/>
              <a:cs typeface="Calibri"/>
            </a:rPr>
            <a:t> (</a:t>
          </a:r>
          <a:r>
            <a:rPr lang="nl-NL" sz="1500" kern="1200" baseline="0" err="1">
              <a:latin typeface="Calibri"/>
              <a:ea typeface="Calibri"/>
              <a:cs typeface="Calibri"/>
            </a:rPr>
            <a:t>enc</a:t>
          </a:r>
          <a:r>
            <a:rPr lang="nl-NL" sz="1500" kern="1200" baseline="0">
              <a:latin typeface="Calibri"/>
              <a:ea typeface="Calibri"/>
              <a:cs typeface="Calibri"/>
            </a:rPr>
            <a:t> – dec)</a:t>
          </a:r>
          <a:endParaRPr lang="en-US" sz="1500" kern="1200"/>
        </a:p>
      </dsp:txBody>
      <dsp:txXfrm>
        <a:off x="225179" y="2355670"/>
        <a:ext cx="1800000" cy="720000"/>
      </dsp:txXfrm>
    </dsp:sp>
    <dsp:sp modelId="{D047F781-EF78-4FCE-B96B-6ADD4820E8A7}">
      <dsp:nvSpPr>
        <dsp:cNvPr id="0" name=""/>
        <dsp:cNvSpPr/>
      </dsp:nvSpPr>
      <dsp:spPr>
        <a:xfrm>
          <a:off x="2835180" y="1275666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06D5E6-6502-413F-91A2-DBE085D8DEF2}">
      <dsp:nvSpPr>
        <dsp:cNvPr id="0" name=""/>
        <dsp:cNvSpPr/>
      </dsp:nvSpPr>
      <dsp:spPr>
        <a:xfrm>
          <a:off x="234018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500" kern="1200">
              <a:latin typeface="Century Schoolbook" panose="02040604050505020304"/>
            </a:rPr>
            <a:t>Training</a:t>
          </a:r>
          <a:endParaRPr lang="nl-NL" sz="1500" kern="1200"/>
        </a:p>
      </dsp:txBody>
      <dsp:txXfrm>
        <a:off x="2340180" y="2355670"/>
        <a:ext cx="1800000" cy="720000"/>
      </dsp:txXfrm>
    </dsp:sp>
    <dsp:sp modelId="{5B54F628-5179-48AB-A6D6-A45BB553DA26}">
      <dsp:nvSpPr>
        <dsp:cNvPr id="0" name=""/>
        <dsp:cNvSpPr/>
      </dsp:nvSpPr>
      <dsp:spPr>
        <a:xfrm>
          <a:off x="4950180" y="1275666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ABB487-A86F-464B-B44D-32C875C5D360}">
      <dsp:nvSpPr>
        <dsp:cNvPr id="0" name=""/>
        <dsp:cNvSpPr/>
      </dsp:nvSpPr>
      <dsp:spPr>
        <a:xfrm>
          <a:off x="445518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500" kern="1200" baseline="0" err="1"/>
            <a:t>Results</a:t>
          </a:r>
          <a:r>
            <a:rPr lang="nl-NL" sz="1500" kern="1200">
              <a:latin typeface="Century Schoolbook" panose="02040604050505020304"/>
            </a:rPr>
            <a:t> </a:t>
          </a:r>
          <a:r>
            <a:rPr lang="nl-NL" sz="1500" kern="1200" err="1">
              <a:latin typeface="Century Schoolbook" panose="02040604050505020304"/>
            </a:rPr>
            <a:t>with</a:t>
          </a:r>
          <a:r>
            <a:rPr lang="nl-NL" sz="1500" kern="1200">
              <a:latin typeface="Century Schoolbook" panose="02040604050505020304"/>
            </a:rPr>
            <a:t> </a:t>
          </a:r>
          <a:r>
            <a:rPr lang="nl-NL" sz="1500" kern="1200" err="1">
              <a:latin typeface="Century Schoolbook" panose="02040604050505020304"/>
            </a:rPr>
            <a:t>checking</a:t>
          </a:r>
          <a:r>
            <a:rPr lang="nl-NL" sz="1500" kern="1200">
              <a:latin typeface="Century Schoolbook" panose="02040604050505020304"/>
            </a:rPr>
            <a:t> </a:t>
          </a:r>
          <a:r>
            <a:rPr lang="nl-NL" sz="1500" kern="1200" err="1">
              <a:latin typeface="Century Schoolbook" panose="02040604050505020304"/>
            </a:rPr>
            <a:t>and</a:t>
          </a:r>
          <a:r>
            <a:rPr lang="nl-NL" sz="1500" kern="1200">
              <a:latin typeface="Century Schoolbook" panose="02040604050505020304"/>
            </a:rPr>
            <a:t> BLEU</a:t>
          </a:r>
          <a:endParaRPr lang="en-US" sz="1500" kern="1200" err="1"/>
        </a:p>
      </dsp:txBody>
      <dsp:txXfrm>
        <a:off x="4455180" y="2355670"/>
        <a:ext cx="1800000" cy="720000"/>
      </dsp:txXfrm>
    </dsp:sp>
    <dsp:sp modelId="{E30DADCD-3648-4031-8EA2-4B61DEC7E5C6}">
      <dsp:nvSpPr>
        <dsp:cNvPr id="0" name=""/>
        <dsp:cNvSpPr/>
      </dsp:nvSpPr>
      <dsp:spPr>
        <a:xfrm>
          <a:off x="7065180" y="1275666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F54088-DF5D-40EA-9637-0573BD6F7753}">
      <dsp:nvSpPr>
        <dsp:cNvPr id="0" name=""/>
        <dsp:cNvSpPr/>
      </dsp:nvSpPr>
      <dsp:spPr>
        <a:xfrm>
          <a:off x="657018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500" kern="1200" baseline="0" err="1"/>
            <a:t>Future</a:t>
          </a:r>
          <a:r>
            <a:rPr lang="nl-NL" sz="1500" kern="1200" baseline="0"/>
            <a:t> </a:t>
          </a:r>
          <a:r>
            <a:rPr lang="nl-NL" sz="1500" kern="1200" baseline="0" err="1"/>
            <a:t>direction</a:t>
          </a:r>
          <a:r>
            <a:rPr lang="nl-NL" sz="1500" kern="1200">
              <a:latin typeface="Century Schoolbook" panose="02040604050505020304"/>
            </a:rPr>
            <a:t> in </a:t>
          </a:r>
          <a:r>
            <a:rPr lang="nl-NL" sz="1500" kern="1200" err="1">
              <a:latin typeface="Century Schoolbook" panose="02040604050505020304"/>
            </a:rPr>
            <a:t>the</a:t>
          </a:r>
          <a:r>
            <a:rPr lang="nl-NL" sz="1500" kern="1200">
              <a:latin typeface="Century Schoolbook" panose="02040604050505020304"/>
            </a:rPr>
            <a:t> pipeline</a:t>
          </a:r>
          <a:endParaRPr lang="en-US" sz="1500" kern="1200" err="1"/>
        </a:p>
      </dsp:txBody>
      <dsp:txXfrm>
        <a:off x="6570180" y="2355670"/>
        <a:ext cx="18000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8D908C-B869-48B7-A171-7BAF9145EB7B}">
      <dsp:nvSpPr>
        <dsp:cNvPr id="0" name=""/>
        <dsp:cNvSpPr/>
      </dsp:nvSpPr>
      <dsp:spPr>
        <a:xfrm>
          <a:off x="952890" y="1027559"/>
          <a:ext cx="1104356" cy="11043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75A31A-D854-4DE7-BF37-89C471728CEF}">
      <dsp:nvSpPr>
        <dsp:cNvPr id="0" name=""/>
        <dsp:cNvSpPr/>
      </dsp:nvSpPr>
      <dsp:spPr>
        <a:xfrm>
          <a:off x="278005" y="2453919"/>
          <a:ext cx="245412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600" kern="1200"/>
            <a:t>Data privacy</a:t>
          </a:r>
          <a:endParaRPr lang="en-US" sz="2600" kern="1200"/>
        </a:p>
      </dsp:txBody>
      <dsp:txXfrm>
        <a:off x="278005" y="2453919"/>
        <a:ext cx="2454124" cy="720000"/>
      </dsp:txXfrm>
    </dsp:sp>
    <dsp:sp modelId="{7C6B10ED-F52F-49E5-999B-E3043AF63F3F}">
      <dsp:nvSpPr>
        <dsp:cNvPr id="0" name=""/>
        <dsp:cNvSpPr/>
      </dsp:nvSpPr>
      <dsp:spPr>
        <a:xfrm>
          <a:off x="3836486" y="1027559"/>
          <a:ext cx="1104356" cy="11043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6EB045-03B3-4166-8C8D-204D45FB7EFC}">
      <dsp:nvSpPr>
        <dsp:cNvPr id="0" name=""/>
        <dsp:cNvSpPr/>
      </dsp:nvSpPr>
      <dsp:spPr>
        <a:xfrm>
          <a:off x="3161602" y="2453919"/>
          <a:ext cx="245412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600" kern="1200"/>
            <a:t>Emotional profiling</a:t>
          </a:r>
          <a:endParaRPr lang="en-US" sz="2600" kern="1200"/>
        </a:p>
      </dsp:txBody>
      <dsp:txXfrm>
        <a:off x="3161602" y="2453919"/>
        <a:ext cx="2454124" cy="720000"/>
      </dsp:txXfrm>
    </dsp:sp>
    <dsp:sp modelId="{168C2792-CDE5-4990-94C7-4788DDB4B15E}">
      <dsp:nvSpPr>
        <dsp:cNvPr id="0" name=""/>
        <dsp:cNvSpPr/>
      </dsp:nvSpPr>
      <dsp:spPr>
        <a:xfrm>
          <a:off x="6720082" y="1027559"/>
          <a:ext cx="1104356" cy="11043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9689EB-F8AA-4257-8552-863C93498559}">
      <dsp:nvSpPr>
        <dsp:cNvPr id="0" name=""/>
        <dsp:cNvSpPr/>
      </dsp:nvSpPr>
      <dsp:spPr>
        <a:xfrm>
          <a:off x="6045198" y="2453919"/>
          <a:ext cx="245412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Representation</a:t>
          </a:r>
        </a:p>
      </dsp:txBody>
      <dsp:txXfrm>
        <a:off x="6045198" y="2453919"/>
        <a:ext cx="2454124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913CF1-66E5-44C9-AD8E-4CD6B99D6E3A}">
      <dsp:nvSpPr>
        <dsp:cNvPr id="0" name=""/>
        <dsp:cNvSpPr/>
      </dsp:nvSpPr>
      <dsp:spPr>
        <a:xfrm>
          <a:off x="0" y="506528"/>
          <a:ext cx="859536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7B5181-9C6A-487B-ABA5-122A6A8D45D2}">
      <dsp:nvSpPr>
        <dsp:cNvPr id="0" name=""/>
        <dsp:cNvSpPr/>
      </dsp:nvSpPr>
      <dsp:spPr>
        <a:xfrm>
          <a:off x="429768" y="19448"/>
          <a:ext cx="6016752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419" tIns="0" rIns="227419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3300" kern="1200"/>
            <a:t>Data limitations</a:t>
          </a:r>
          <a:endParaRPr lang="en-US" sz="3300" kern="1200"/>
        </a:p>
      </dsp:txBody>
      <dsp:txXfrm>
        <a:off x="477323" y="67003"/>
        <a:ext cx="5921642" cy="879050"/>
      </dsp:txXfrm>
    </dsp:sp>
    <dsp:sp modelId="{38A302C1-0CD6-4BD6-9481-395EEEAA7C9E}">
      <dsp:nvSpPr>
        <dsp:cNvPr id="0" name=""/>
        <dsp:cNvSpPr/>
      </dsp:nvSpPr>
      <dsp:spPr>
        <a:xfrm>
          <a:off x="0" y="2003408"/>
          <a:ext cx="859536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3AF134-A91A-4755-96EB-070CBAF34528}">
      <dsp:nvSpPr>
        <dsp:cNvPr id="0" name=""/>
        <dsp:cNvSpPr/>
      </dsp:nvSpPr>
      <dsp:spPr>
        <a:xfrm>
          <a:off x="429768" y="1516328"/>
          <a:ext cx="6016752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419" tIns="0" rIns="227419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3300" kern="1200"/>
            <a:t>Full integration</a:t>
          </a:r>
          <a:endParaRPr lang="en-US" sz="3300" kern="1200"/>
        </a:p>
      </dsp:txBody>
      <dsp:txXfrm>
        <a:off x="477323" y="1563883"/>
        <a:ext cx="5921642" cy="879050"/>
      </dsp:txXfrm>
    </dsp:sp>
    <dsp:sp modelId="{6A409228-267A-42FB-AD57-4C7D65052A68}">
      <dsp:nvSpPr>
        <dsp:cNvPr id="0" name=""/>
        <dsp:cNvSpPr/>
      </dsp:nvSpPr>
      <dsp:spPr>
        <a:xfrm>
          <a:off x="0" y="3500288"/>
          <a:ext cx="859536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0EA181-DDD4-4CD7-BA80-6A8D1F7D62AF}">
      <dsp:nvSpPr>
        <dsp:cNvPr id="0" name=""/>
        <dsp:cNvSpPr/>
      </dsp:nvSpPr>
      <dsp:spPr>
        <a:xfrm>
          <a:off x="429768" y="3013208"/>
          <a:ext cx="6016752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419" tIns="0" rIns="227419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3300" kern="1200"/>
            <a:t>Model optimization</a:t>
          </a:r>
          <a:endParaRPr lang="en-US" sz="3300" kern="1200"/>
        </a:p>
      </dsp:txBody>
      <dsp:txXfrm>
        <a:off x="477323" y="3060763"/>
        <a:ext cx="5921642" cy="8790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42C19C21-DDE7-42AA-A6A1-74E9335F89F8}" type="datetimeFigureOut">
              <a:rPr lang="nl-NL" smtClean="0"/>
              <a:t>31-10-2025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75B80215-FF61-4755-832C-0ADA91C81061}" type="slidenum">
              <a:rPr lang="nl-NL" smtClean="0"/>
              <a:t>‹#›</a:t>
            </a:fld>
            <a:endParaRPr lang="nl-NL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73531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19C21-DDE7-42AA-A6A1-74E9335F89F8}" type="datetimeFigureOut">
              <a:rPr lang="nl-NL" smtClean="0"/>
              <a:t>31-10-2025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80215-FF61-4755-832C-0ADA91C8106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7162542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19C21-DDE7-42AA-A6A1-74E9335F89F8}" type="datetimeFigureOut">
              <a:rPr lang="nl-NL" smtClean="0"/>
              <a:t>31-10-2025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80215-FF61-4755-832C-0ADA91C81061}" type="slidenum">
              <a:rPr lang="nl-NL" smtClean="0"/>
              <a:t>‹#›</a:t>
            </a:fld>
            <a:endParaRPr lang="nl-NL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7306629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19C21-DDE7-42AA-A6A1-74E9335F89F8}" type="datetimeFigureOut">
              <a:rPr lang="nl-NL" smtClean="0"/>
              <a:t>31-10-2025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80215-FF61-4755-832C-0ADA91C8106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0352099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19C21-DDE7-42AA-A6A1-74E9335F89F8}" type="datetimeFigureOut">
              <a:rPr lang="nl-NL" smtClean="0"/>
              <a:t>31-10-2025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80215-FF61-4755-832C-0ADA91C8106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68568251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19C21-DDE7-42AA-A6A1-74E9335F89F8}" type="datetimeFigureOut">
              <a:rPr lang="nl-NL" smtClean="0"/>
              <a:t>31-10-2025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80215-FF61-4755-832C-0ADA91C8106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1555397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19C21-DDE7-42AA-A6A1-74E9335F89F8}" type="datetimeFigureOut">
              <a:rPr lang="nl-NL" smtClean="0"/>
              <a:t>31-10-2025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80215-FF61-4755-832C-0ADA91C8106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1017784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19C21-DDE7-42AA-A6A1-74E9335F89F8}" type="datetimeFigureOut">
              <a:rPr lang="nl-NL" smtClean="0"/>
              <a:t>31-10-2025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80215-FF61-4755-832C-0ADA91C8106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7311287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19C21-DDE7-42AA-A6A1-74E9335F89F8}" type="datetimeFigureOut">
              <a:rPr lang="nl-NL" smtClean="0"/>
              <a:t>31-10-2025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80215-FF61-4755-832C-0ADA91C8106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9078087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19C21-DDE7-42AA-A6A1-74E9335F89F8}" type="datetimeFigureOut">
              <a:rPr lang="nl-NL" smtClean="0"/>
              <a:t>31-10-2025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80215-FF61-4755-832C-0ADA91C8106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1159822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19C21-DDE7-42AA-A6A1-74E9335F89F8}" type="datetimeFigureOut">
              <a:rPr lang="nl-NL" smtClean="0"/>
              <a:t>31-10-2025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80215-FF61-4755-832C-0ADA91C8106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29670110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42C19C21-DDE7-42AA-A6A1-74E9335F89F8}" type="datetimeFigureOut">
              <a:rPr lang="nl-NL" smtClean="0"/>
              <a:t>31-10-2025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75B80215-FF61-4755-832C-0ADA91C8106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08986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microsoft.com/office/2018/10/relationships/comments" Target="../comments/modernComment_102_5AECC6A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chart" Target="../charts/char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5522B-41EC-2622-87A5-CCC16B9B7D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/>
              <a:t>Emotion pipeline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78597D-FCEF-BEA5-2333-93B2EBE68E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/>
              <a:t>GROUP 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F138B0-E6D6-DF7E-B4CB-8B9C1A278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5B80215-FF61-4755-832C-0ADA91C81061}" type="slidenum">
              <a:rPr lang="nl-NL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147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F5DD-9BAE-D5E4-F8EF-E19E32918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EEAA2-A95E-E74C-519C-921AF183E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Business</a:t>
            </a:r>
          </a:p>
          <a:p>
            <a:r>
              <a:rPr lang="en-US"/>
              <a:t>Data</a:t>
            </a:r>
          </a:p>
          <a:p>
            <a:r>
              <a:rPr lang="en-US"/>
              <a:t>Models</a:t>
            </a:r>
          </a:p>
          <a:p>
            <a:r>
              <a:rPr lang="en-US"/>
              <a:t>Full pipeline</a:t>
            </a:r>
          </a:p>
          <a:p>
            <a:r>
              <a:rPr lang="en-US"/>
              <a:t>Ethical considerations</a:t>
            </a:r>
          </a:p>
          <a:p>
            <a:r>
              <a:rPr lang="en-US"/>
              <a:t>Future directions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9D52D-BC05-B051-3A18-91FB38678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5B80215-FF61-4755-832C-0ADA91C81061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33879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8EC92-AC73-5F84-7655-21EFE9D97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Business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AEFD3B-6DD0-E554-8F6A-03063D393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5B80215-FF61-4755-832C-0ADA91C81061}" type="slidenum">
              <a:rPr lang="nl-NL" smtClean="0"/>
              <a:t>3</a:t>
            </a:fld>
            <a:endParaRPr lang="en-US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5E3B738-5E42-BD98-69ED-4DB826C9C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Our understanding of the problem – LLM's</a:t>
            </a:r>
          </a:p>
          <a:p>
            <a:r>
              <a:rPr lang="en-US"/>
              <a:t>The goal – cheaper and revolutionary</a:t>
            </a:r>
          </a:p>
          <a:p>
            <a:r>
              <a:rPr lang="en-US"/>
              <a:t>Our project – New pipeline integrations</a:t>
            </a:r>
          </a:p>
        </p:txBody>
      </p:sp>
      <p:pic>
        <p:nvPicPr>
          <p:cNvPr id="15" name="Picture 14" descr="Scheduled maintenance | Hugging Face">
            <a:extLst>
              <a:ext uri="{FF2B5EF4-FFF2-40B4-BE49-F238E27FC236}">
                <a16:creationId xmlns:a16="http://schemas.microsoft.com/office/drawing/2014/main" id="{4919D5AA-1375-A4F1-D9E0-4E3469601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734" y="293783"/>
            <a:ext cx="725278" cy="734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342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700B6-214C-9291-5DC4-24A32D101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The data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CC6E61A-76EC-E218-CE2A-8F738AD2D6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2684337"/>
              </p:ext>
            </p:extLst>
          </p:nvPr>
        </p:nvGraphicFramePr>
        <p:xfrm>
          <a:off x="1261873" y="1828800"/>
          <a:ext cx="4363675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EE014616-9582-444C-585E-5B4A176A3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5B80215-FF61-4755-832C-0ADA91C81061}" type="slidenum">
              <a:rPr lang="nl-NL" smtClean="0"/>
              <a:t>4</a:t>
            </a:fld>
            <a:endParaRPr lang="en-US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E285E80A-8E01-4856-4F10-25094A3066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7231279"/>
              </p:ext>
            </p:extLst>
          </p:nvPr>
        </p:nvGraphicFramePr>
        <p:xfrm>
          <a:off x="6192078" y="2097157"/>
          <a:ext cx="4909149" cy="38663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152546679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7A4A6-2515-5075-ABF0-B68C2A1E9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Speech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text</a:t>
            </a:r>
            <a:endParaRPr lang="nl-NL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93D82E0-5C1D-CB86-DD0A-F02BC07BA2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9700763"/>
              </p:ext>
            </p:extLst>
          </p:nvPr>
        </p:nvGraphicFramePr>
        <p:xfrm>
          <a:off x="316258" y="1865524"/>
          <a:ext cx="6887746" cy="4452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61C0F1E8-59C1-4314-E309-6B9D3D24D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5B80215-FF61-4755-832C-0ADA91C81061}" type="slidenum">
              <a:rPr lang="nl-NL" smtClean="0"/>
              <a:t>5</a:t>
            </a:fld>
            <a:endParaRPr lang="en-US"/>
          </a:p>
        </p:txBody>
      </p:sp>
      <p:graphicFrame>
        <p:nvGraphicFramePr>
          <p:cNvPr id="53" name="Chart 52">
            <a:extLst>
              <a:ext uri="{FF2B5EF4-FFF2-40B4-BE49-F238E27FC236}">
                <a16:creationId xmlns:a16="http://schemas.microsoft.com/office/drawing/2014/main" id="{CE47A1DA-4632-5DB8-CFEA-E649A2BA86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8891967"/>
              </p:ext>
            </p:extLst>
          </p:nvPr>
        </p:nvGraphicFramePr>
        <p:xfrm>
          <a:off x="7216048" y="2714472"/>
          <a:ext cx="4186410" cy="4146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431526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B5568-23FF-FCA4-95E1-AA0DB2D57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740" y="641063"/>
            <a:ext cx="3525938" cy="5572924"/>
          </a:xfrm>
        </p:spPr>
        <p:txBody>
          <a:bodyPr anchor="t">
            <a:normAutofit/>
          </a:bodyPr>
          <a:lstStyle/>
          <a:p>
            <a:r>
              <a:rPr lang="nl-NL"/>
              <a:t>Features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9259937-4904-B95C-FB8D-FE32D7F73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6172200"/>
            <a:ext cx="914400" cy="5937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B80215-FF61-4755-832C-0ADA91C81061}" type="slidenum">
              <a:rPr lang="nl-NL"/>
              <a:pPr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357B835-2D05-F25F-6A4A-85BC201787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4838604"/>
              </p:ext>
            </p:extLst>
          </p:nvPr>
        </p:nvGraphicFramePr>
        <p:xfrm>
          <a:off x="4705894" y="641064"/>
          <a:ext cx="6286571" cy="34589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37274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66B1CB-CFC0-7B11-0A9B-8203F1562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074DC-4ECF-77F6-827E-27876A981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740" y="641063"/>
            <a:ext cx="3525938" cy="5572924"/>
          </a:xfrm>
        </p:spPr>
        <p:txBody>
          <a:bodyPr anchor="t">
            <a:normAutofit/>
          </a:bodyPr>
          <a:lstStyle/>
          <a:p>
            <a:r>
              <a:rPr lang="nl-NL"/>
              <a:t>Features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D4F728D-5F7B-CAFB-26A8-407E57FA2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6172200"/>
            <a:ext cx="914400" cy="5937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B80215-FF61-4755-832C-0ADA91C81061}" type="slidenum">
              <a:rPr lang="nl-NL"/>
              <a:pPr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BB3A790-F2F0-8069-6493-31FC0ABD0EC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705894" y="641064"/>
          <a:ext cx="6286571" cy="34589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41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E7CEB-CD40-BC1E-EC83-B04652212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384810"/>
            <a:ext cx="9692640" cy="1325562"/>
          </a:xfrm>
        </p:spPr>
        <p:txBody>
          <a:bodyPr>
            <a:normAutofit/>
          </a:bodyPr>
          <a:lstStyle/>
          <a:p>
            <a:r>
              <a:rPr lang="nl-NL" err="1"/>
              <a:t>Models</a:t>
            </a:r>
            <a:r>
              <a:rPr lang="nl-NL"/>
              <a:t> </a:t>
            </a:r>
          </a:p>
        </p:txBody>
      </p:sp>
      <p:sp>
        <p:nvSpPr>
          <p:cNvPr id="132" name="Slide Number Placeholder 131">
            <a:extLst>
              <a:ext uri="{FF2B5EF4-FFF2-40B4-BE49-F238E27FC236}">
                <a16:creationId xmlns:a16="http://schemas.microsoft.com/office/drawing/2014/main" id="{5CF8D31D-D9B8-CB35-12A9-8A2E34E23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6172200"/>
            <a:ext cx="914400" cy="5937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B80215-FF61-4755-832C-0ADA91C81061}" type="slidenum">
              <a:rPr lang="nl-NL" smtClean="0"/>
              <a:pPr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en-US"/>
          </a:p>
        </p:txBody>
      </p:sp>
      <p:graphicFrame>
        <p:nvGraphicFramePr>
          <p:cNvPr id="135" name="Content Placeholder 31">
            <a:extLst>
              <a:ext uri="{FF2B5EF4-FFF2-40B4-BE49-F238E27FC236}">
                <a16:creationId xmlns:a16="http://schemas.microsoft.com/office/drawing/2014/main" id="{746161C4-22F6-8F8A-BBE8-3BAD696A8B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4919033"/>
              </p:ext>
            </p:extLst>
          </p:nvPr>
        </p:nvGraphicFramePr>
        <p:xfrm>
          <a:off x="350880" y="1701370"/>
          <a:ext cx="10780101" cy="4014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5145">
                  <a:extLst>
                    <a:ext uri="{9D8B030D-6E8A-4147-A177-3AD203B41FA5}">
                      <a16:colId xmlns:a16="http://schemas.microsoft.com/office/drawing/2014/main" val="612941315"/>
                    </a:ext>
                  </a:extLst>
                </a:gridCol>
                <a:gridCol w="3999096">
                  <a:extLst>
                    <a:ext uri="{9D8B030D-6E8A-4147-A177-3AD203B41FA5}">
                      <a16:colId xmlns:a16="http://schemas.microsoft.com/office/drawing/2014/main" val="3368673537"/>
                    </a:ext>
                  </a:extLst>
                </a:gridCol>
                <a:gridCol w="2372433">
                  <a:extLst>
                    <a:ext uri="{9D8B030D-6E8A-4147-A177-3AD203B41FA5}">
                      <a16:colId xmlns:a16="http://schemas.microsoft.com/office/drawing/2014/main" val="3143388225"/>
                    </a:ext>
                  </a:extLst>
                </a:gridCol>
                <a:gridCol w="2813427">
                  <a:extLst>
                    <a:ext uri="{9D8B030D-6E8A-4147-A177-3AD203B41FA5}">
                      <a16:colId xmlns:a16="http://schemas.microsoft.com/office/drawing/2014/main" val="1378059167"/>
                    </a:ext>
                  </a:extLst>
                </a:gridCol>
              </a:tblGrid>
              <a:tr h="309491">
                <a:tc>
                  <a:txBody>
                    <a:bodyPr/>
                    <a:lstStyle/>
                    <a:p>
                      <a:r>
                        <a:rPr lang="en-US" sz="1400" baseline="0"/>
                        <a:t>Name</a:t>
                      </a:r>
                    </a:p>
                  </a:txBody>
                  <a:tcPr marL="141610" marR="141610" marT="70805" marB="70805"/>
                </a:tc>
                <a:tc>
                  <a:txBody>
                    <a:bodyPr/>
                    <a:lstStyle/>
                    <a:p>
                      <a:r>
                        <a:rPr lang="en-US" sz="1400" baseline="0"/>
                        <a:t>Evaluation</a:t>
                      </a:r>
                    </a:p>
                  </a:txBody>
                  <a:tcPr marL="141610" marR="141610" marT="70805" marB="70805"/>
                </a:tc>
                <a:tc>
                  <a:txBody>
                    <a:bodyPr/>
                    <a:lstStyle/>
                    <a:p>
                      <a:r>
                        <a:rPr lang="en-US" sz="1400" baseline="0"/>
                        <a:t>Pro's</a:t>
                      </a:r>
                    </a:p>
                  </a:txBody>
                  <a:tcPr marL="141610" marR="141610" marT="70805" marB="70805"/>
                </a:tc>
                <a:tc>
                  <a:txBody>
                    <a:bodyPr/>
                    <a:lstStyle/>
                    <a:p>
                      <a:r>
                        <a:rPr lang="en-US" sz="1400" baseline="0"/>
                        <a:t>Con's</a:t>
                      </a:r>
                    </a:p>
                  </a:txBody>
                  <a:tcPr marL="141610" marR="141610" marT="70805" marB="70805"/>
                </a:tc>
                <a:extLst>
                  <a:ext uri="{0D108BD9-81ED-4DB2-BD59-A6C34878D82A}">
                    <a16:rowId xmlns:a16="http://schemas.microsoft.com/office/drawing/2014/main" val="2196427012"/>
                  </a:ext>
                </a:extLst>
              </a:tr>
              <a:tr h="88296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aseline="0"/>
                        <a:t>Logistic Regression</a:t>
                      </a:r>
                    </a:p>
                  </a:txBody>
                  <a:tcPr marL="141610" marR="141610" marT="70804" marB="70804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2000" baseline="0"/>
                        <a:t>Weighted F1 0.46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sz="2000" baseline="0"/>
                        <a:t>Minority classes rarely classified</a:t>
                      </a:r>
                    </a:p>
                  </a:txBody>
                  <a:tcPr marL="141610" marR="141610" marT="70804" marB="70804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aseline="0"/>
                        <a:t>Fast &amp; Easy</a:t>
                      </a:r>
                    </a:p>
                  </a:txBody>
                  <a:tcPr marL="141610" marR="141610" marT="70804" marB="70804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aseline="0"/>
                        <a:t>Doesn’t perform well on non-linear data</a:t>
                      </a:r>
                    </a:p>
                  </a:txBody>
                  <a:tcPr marL="141610" marR="141610" marT="70804" marB="70804"/>
                </a:tc>
                <a:extLst>
                  <a:ext uri="{0D108BD9-81ED-4DB2-BD59-A6C34878D82A}">
                    <a16:rowId xmlns:a16="http://schemas.microsoft.com/office/drawing/2014/main" val="1831899665"/>
                  </a:ext>
                </a:extLst>
              </a:tr>
              <a:tr h="819242">
                <a:tc>
                  <a:txBody>
                    <a:bodyPr/>
                    <a:lstStyle/>
                    <a:p>
                      <a:r>
                        <a:rPr lang="en-US" sz="2000" baseline="0"/>
                        <a:t>Naïve Bayes</a:t>
                      </a:r>
                    </a:p>
                  </a:txBody>
                  <a:tcPr marL="141610" marR="141610" marT="70805" marB="70805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aseline="0"/>
                        <a:t>Weighted F1 0.49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sz="2000" baseline="0"/>
                        <a:t>Completely failed to classify minority classes </a:t>
                      </a:r>
                    </a:p>
                  </a:txBody>
                  <a:tcPr marL="141610" marR="141610" marT="70805" marB="70805"/>
                </a:tc>
                <a:tc>
                  <a:txBody>
                    <a:bodyPr/>
                    <a:lstStyle/>
                    <a:p>
                      <a:r>
                        <a:rPr lang="en-US" sz="2000" baseline="0"/>
                        <a:t>Works well on small datasets</a:t>
                      </a:r>
                    </a:p>
                  </a:txBody>
                  <a:tcPr marL="141610" marR="141610" marT="70805" marB="70805"/>
                </a:tc>
                <a:tc>
                  <a:txBody>
                    <a:bodyPr/>
                    <a:lstStyle/>
                    <a:p>
                      <a:r>
                        <a:rPr lang="en-US" sz="2000" baseline="0"/>
                        <a:t>Doesn't capture relationship between words</a:t>
                      </a:r>
                    </a:p>
                  </a:txBody>
                  <a:tcPr marL="141610" marR="141610" marT="70805" marB="70805"/>
                </a:tc>
                <a:extLst>
                  <a:ext uri="{0D108BD9-81ED-4DB2-BD59-A6C34878D82A}">
                    <a16:rowId xmlns:a16="http://schemas.microsoft.com/office/drawing/2014/main" val="1661254222"/>
                  </a:ext>
                </a:extLst>
              </a:tr>
              <a:tr h="1547458">
                <a:tc>
                  <a:txBody>
                    <a:bodyPr/>
                    <a:lstStyle/>
                    <a:p>
                      <a:r>
                        <a:rPr lang="en-US" sz="2000" baseline="0"/>
                        <a:t>LSTM</a:t>
                      </a:r>
                    </a:p>
                  </a:txBody>
                  <a:tcPr marL="141610" marR="141610" marT="70805" marB="70805"/>
                </a:tc>
                <a:tc>
                  <a:txBody>
                    <a:bodyPr/>
                    <a:lstStyle/>
                    <a:p>
                      <a:pPr marL="0" lvl="0" indent="0">
                        <a:buClr>
                          <a:srgbClr val="000000"/>
                        </a:buClr>
                        <a:buNone/>
                      </a:pPr>
                      <a:r>
                        <a:rPr lang="en-US" sz="2000" b="0" i="0" u="none" strike="noStrike" baseline="0" noProof="0">
                          <a:solidFill>
                            <a:srgbClr val="000000"/>
                          </a:solidFill>
                          <a:latin typeface="Century Schoolbook"/>
                        </a:rPr>
                        <a:t>Weighted F1 0.55</a:t>
                      </a:r>
                    </a:p>
                    <a:p>
                      <a:pPr marL="0" lvl="0" indent="0">
                        <a:buClr>
                          <a:srgbClr val="000000"/>
                        </a:buClr>
                        <a:buNone/>
                      </a:pPr>
                      <a:r>
                        <a:rPr lang="en-US" sz="2000" b="0" i="0" u="none" strike="noStrike" baseline="0" noProof="0">
                          <a:solidFill>
                            <a:srgbClr val="000000"/>
                          </a:solidFill>
                          <a:latin typeface="Century Schoolbook"/>
                        </a:rPr>
                        <a:t>Completely failed to classify minority classes </a:t>
                      </a:r>
                    </a:p>
                  </a:txBody>
                  <a:tcPr marL="141610" marR="141610" marT="70805" marB="70805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2000" b="0" i="0" u="none" strike="noStrike" baseline="0" noProof="0">
                          <a:solidFill>
                            <a:srgbClr val="000000"/>
                          </a:solidFill>
                          <a:latin typeface="Century Schoolbook"/>
                        </a:rPr>
                        <a:t>Word order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sz="2000" b="0" i="0" u="none" strike="noStrike" baseline="0" noProof="0">
                          <a:solidFill>
                            <a:srgbClr val="000000"/>
                          </a:solidFill>
                          <a:latin typeface="Century Schoolbook"/>
                        </a:rPr>
                        <a:t>Long term dependencies</a:t>
                      </a:r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endParaRPr lang="en-US" sz="2000" b="0" i="0" u="none" strike="noStrike" baseline="0" noProof="0">
                        <a:solidFill>
                          <a:srgbClr val="000000"/>
                        </a:solidFill>
                        <a:latin typeface="Century Schoolbook"/>
                      </a:endParaRPr>
                    </a:p>
                  </a:txBody>
                  <a:tcPr marL="141610" marR="141610" marT="70805" marB="70805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3999"/>
                        </a:lnSpc>
                        <a:spcBef>
                          <a:spcPts val="800"/>
                        </a:spcBef>
                        <a:spcAft>
                          <a:spcPts val="20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en-US" sz="2000" b="0" i="0" u="none" strike="noStrike" baseline="0" noProof="0">
                          <a:solidFill>
                            <a:srgbClr val="000000"/>
                          </a:solidFill>
                          <a:latin typeface="Century Schoolbook"/>
                        </a:rPr>
                        <a:t>Prone to overfitting</a:t>
                      </a:r>
                      <a:endParaRPr lang="en-US" sz="2000" baseline="0"/>
                    </a:p>
                    <a:p>
                      <a:pPr marL="0" marR="0" lvl="0" indent="0" algn="l">
                        <a:lnSpc>
                          <a:spcPct val="113999"/>
                        </a:lnSpc>
                        <a:spcBef>
                          <a:spcPts val="800"/>
                        </a:spcBef>
                        <a:spcAft>
                          <a:spcPts val="20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en-US" sz="2000" b="0" i="0" u="none" strike="noStrike" baseline="0" noProof="0">
                          <a:solidFill>
                            <a:srgbClr val="000000"/>
                          </a:solidFill>
                          <a:latin typeface="Century Schoolbook"/>
                        </a:rPr>
                        <a:t>Computationally heavy to train</a:t>
                      </a:r>
                      <a:endParaRPr lang="en-US" sz="2000" baseline="0"/>
                    </a:p>
                  </a:txBody>
                  <a:tcPr marL="141610" marR="141610" marT="70805" marB="70805"/>
                </a:tc>
                <a:extLst>
                  <a:ext uri="{0D108BD9-81ED-4DB2-BD59-A6C34878D82A}">
                    <a16:rowId xmlns:a16="http://schemas.microsoft.com/office/drawing/2014/main" val="1997923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7399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D431B8-76FE-CD80-2469-A4675A542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B6E45-18A1-BE55-1603-28E479F7F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nl-NL" sz="3600" b="1" err="1"/>
              <a:t>Transformer</a:t>
            </a:r>
          </a:p>
        </p:txBody>
      </p:sp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0F48134C-7C54-E362-BCAA-39E055F4E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rgbClr val="000000"/>
                </a:solidFill>
                <a:latin typeface="Century Schoolbook" panose="02040604050505020304"/>
              </a:rPr>
              <a:t>Roberta-base-go-emotions</a:t>
            </a:r>
          </a:p>
          <a:p>
            <a:r>
              <a:rPr lang="en-US"/>
              <a:t>Test Weighted F1 Score: 0.77</a:t>
            </a:r>
          </a:p>
          <a:p>
            <a:r>
              <a:rPr lang="en-US" spc="10">
                <a:solidFill>
                  <a:srgbClr val="000000"/>
                </a:solidFill>
              </a:rPr>
              <a:t>Not able to effectively capture minority classes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A615B-8B92-9C0D-574D-BCF2F822B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5B80215-FF61-4755-832C-0ADA91C81061}" type="slidenum">
              <a:rPr lang="nl-NL" smtClean="0"/>
              <a:t>9</a:t>
            </a:fld>
            <a:endParaRPr lang="en-US"/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F41B24D6-B621-6AC7-0CF6-3B1AF13CF6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1248" y="2061634"/>
            <a:ext cx="3200400" cy="381000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3999"/>
              </a:lnSpc>
            </a:pPr>
            <a:r>
              <a:rPr lang="en-US" sz="1800"/>
              <a:t>Pros:</a:t>
            </a:r>
          </a:p>
          <a:p>
            <a:pPr marL="285750" indent="-285750">
              <a:lnSpc>
                <a:spcPct val="113999"/>
              </a:lnSpc>
              <a:buFont typeface="Calibri" pitchFamily="34" charset="0"/>
              <a:buChar char="-"/>
            </a:pPr>
            <a:r>
              <a:rPr lang="en-US" sz="1800"/>
              <a:t>Contextual understanding</a:t>
            </a:r>
          </a:p>
          <a:p>
            <a:pPr>
              <a:lnSpc>
                <a:spcPct val="113999"/>
              </a:lnSpc>
            </a:pPr>
            <a:r>
              <a:rPr lang="en-US" sz="1800"/>
              <a:t>Cons:</a:t>
            </a:r>
          </a:p>
          <a:p>
            <a:pPr marL="285750" indent="-285750">
              <a:lnSpc>
                <a:spcPct val="113999"/>
              </a:lnSpc>
              <a:buFont typeface="Calibri" pitchFamily="34" charset="0"/>
              <a:buChar char="-"/>
            </a:pPr>
            <a:r>
              <a:rPr lang="en-US" sz="1800"/>
              <a:t>Computationally heavy to train</a:t>
            </a:r>
          </a:p>
          <a:p>
            <a:pPr marL="285750" indent="-285750">
              <a:lnSpc>
                <a:spcPct val="113999"/>
              </a:lnSpc>
              <a:buFont typeface="Calibri" pitchFamily="34" charset="0"/>
              <a:buChar char="-"/>
            </a:pPr>
            <a:r>
              <a:rPr lang="en-US" sz="1800"/>
              <a:t>Low explainability</a:t>
            </a:r>
          </a:p>
        </p:txBody>
      </p:sp>
    </p:spTree>
    <p:extLst>
      <p:ext uri="{BB962C8B-B14F-4D97-AF65-F5344CB8AC3E}">
        <p14:creationId xmlns:p14="http://schemas.microsoft.com/office/powerpoint/2010/main" val="241190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E837B-23D8-631F-55D5-ED210AE71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Transformer -Results</a:t>
            </a:r>
            <a:endParaRPr lang="en-US"/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5E751-FECC-7196-CD31-F4BC90009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4267" y="685800"/>
            <a:ext cx="6299403" cy="54955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02870" indent="-285750">
              <a:lnSpc>
                <a:spcPct val="113999"/>
              </a:lnSpc>
              <a:spcBef>
                <a:spcPts val="800"/>
              </a:spcBef>
              <a:buFont typeface="Calibri,Sans-Serif" pitchFamily="34" charset="0"/>
              <a:buChar char="-"/>
            </a:pPr>
            <a:r>
              <a:rPr lang="en-US" sz="1800"/>
              <a:t>Translation errors </a:t>
            </a:r>
          </a:p>
          <a:p>
            <a:pPr marL="102870" indent="-285750">
              <a:lnSpc>
                <a:spcPct val="113999"/>
              </a:lnSpc>
              <a:spcBef>
                <a:spcPts val="800"/>
              </a:spcBef>
              <a:buFont typeface="Calibri,Sans-Serif" pitchFamily="34" charset="0"/>
              <a:buChar char="-"/>
            </a:pPr>
            <a:r>
              <a:rPr lang="en-US" sz="1800"/>
              <a:t>Short sentences contribute a lot of noise to the neutral</a:t>
            </a:r>
          </a:p>
          <a:p>
            <a:pPr marL="102870" indent="-285750">
              <a:lnSpc>
                <a:spcPct val="113999"/>
              </a:lnSpc>
              <a:spcBef>
                <a:spcPts val="800"/>
              </a:spcBef>
              <a:buFont typeface="Calibri,Sans-Serif" pitchFamily="34" charset="0"/>
              <a:buChar char="-"/>
            </a:pPr>
            <a:r>
              <a:rPr lang="en-US" sz="1800"/>
              <a:t>Most confused classes Happiness and neutral</a:t>
            </a:r>
          </a:p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9C9D7D-0DCD-E3B8-8495-54F8A95AA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B0A1D-B74A-FDD3-2B17-05BBB6D4C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5B80215-FF61-4755-832C-0ADA91C81061}" type="slidenum">
              <a:rPr lang="nl-NL" smtClean="0"/>
              <a:t>10</a:t>
            </a:fld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FF6548-F6BF-B98E-82DF-32C477181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601" y="1544594"/>
            <a:ext cx="6822175" cy="531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427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4A51D-13CE-A747-960F-0F5062BA1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Machine </a:t>
            </a:r>
            <a:r>
              <a:rPr lang="nl-NL" err="1"/>
              <a:t>Translation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462142B-E68E-DE80-970B-3166255ED0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9038184"/>
              </p:ext>
            </p:extLst>
          </p:nvPr>
        </p:nvGraphicFramePr>
        <p:xfrm>
          <a:off x="1339037" y="1819154"/>
          <a:ext cx="85953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0594360-2BB8-37BA-C4CB-B753FEB59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5B80215-FF61-4755-832C-0ADA91C81061}" type="slidenum">
              <a:rPr lang="nl-NL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256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9397C-6DEF-A53D-7ECA-E2AC20DD1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Pipeline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15CAD-ADB1-6F20-C10E-164BBB4B4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5B80215-FF61-4755-832C-0ADA91C81061}" type="slidenum">
              <a:rPr lang="nl-NL" smtClean="0"/>
              <a:t>12</a:t>
            </a:fld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0BEC4B2-CCE7-0DA1-7352-CCF108CA8B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9770" y="165893"/>
            <a:ext cx="8809039" cy="669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106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74D1D-15B3-E9FB-5184-7D90F9B34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1BFDC-8885-1C59-269F-EF4683A0D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Pipeline </a:t>
            </a:r>
            <a:r>
              <a:rPr lang="nl-NL" err="1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B2965-3774-4F31-B3EB-9B89CEF65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NL" dirty="0" err="1"/>
              <a:t>Transcription</a:t>
            </a:r>
            <a:r>
              <a:rPr lang="nl-NL" dirty="0"/>
              <a:t> </a:t>
            </a:r>
            <a:r>
              <a:rPr lang="nl-NL" dirty="0" err="1"/>
              <a:t>accuracy</a:t>
            </a:r>
            <a:r>
              <a:rPr lang="nl-NL" dirty="0"/>
              <a:t> VS </a:t>
            </a:r>
            <a:r>
              <a:rPr lang="nl-NL" dirty="0" err="1"/>
              <a:t>Computional</a:t>
            </a:r>
            <a:r>
              <a:rPr lang="nl-NL" dirty="0"/>
              <a:t> time</a:t>
            </a:r>
            <a:endParaRPr lang="en-US" dirty="0"/>
          </a:p>
          <a:p>
            <a:r>
              <a:rPr lang="nl-NL" dirty="0"/>
              <a:t>Low </a:t>
            </a:r>
            <a:r>
              <a:rPr lang="nl-NL" dirty="0" err="1"/>
              <a:t>recall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accuracy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minority</a:t>
            </a:r>
            <a:r>
              <a:rPr lang="nl-NL" dirty="0"/>
              <a:t> classes</a:t>
            </a:r>
          </a:p>
          <a:p>
            <a:r>
              <a:rPr lang="nl-NL" dirty="0"/>
              <a:t>Video download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only</a:t>
            </a:r>
            <a:r>
              <a:rPr lang="nl-NL" dirty="0"/>
              <a:t> </a:t>
            </a:r>
            <a:r>
              <a:rPr lang="nl-NL" dirty="0" err="1"/>
              <a:t>works</a:t>
            </a:r>
            <a:r>
              <a:rPr lang="nl-NL" dirty="0"/>
              <a:t> on </a:t>
            </a:r>
            <a:r>
              <a:rPr lang="nl-NL" dirty="0" err="1"/>
              <a:t>youtube</a:t>
            </a:r>
          </a:p>
          <a:p>
            <a:r>
              <a:rPr lang="nl-NL" dirty="0"/>
              <a:t>Feature </a:t>
            </a:r>
            <a:r>
              <a:rPr lang="nl-NL" dirty="0" err="1"/>
              <a:t>extraction</a:t>
            </a:r>
            <a:r>
              <a:rPr lang="nl-NL" dirty="0"/>
              <a:t>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integrated</a:t>
            </a:r>
          </a:p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AD17BA-7B6B-1B0F-7264-CC1717DB7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5B80215-FF61-4755-832C-0ADA91C81061}" type="slidenum">
              <a:rPr lang="nl-NL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547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B60B0-6DD4-5BAB-2D6B-AA10F287B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</p:spPr>
        <p:txBody>
          <a:bodyPr>
            <a:normAutofit/>
          </a:bodyPr>
          <a:lstStyle/>
          <a:p>
            <a:r>
              <a:rPr lang="nl-NL" err="1"/>
              <a:t>Ethical</a:t>
            </a:r>
            <a:r>
              <a:rPr lang="nl-NL"/>
              <a:t> </a:t>
            </a:r>
            <a:r>
              <a:rPr lang="nl-NL" err="1"/>
              <a:t>considerations</a:t>
            </a:r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46D8B-A61F-C0C6-CCDC-6EDEC8E79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6172200"/>
            <a:ext cx="914400" cy="5937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5B80215-FF61-4755-832C-0ADA91C81061}" type="slidenum">
              <a:rPr lang="nl-NL" smtClean="0"/>
              <a:pPr>
                <a:lnSpc>
                  <a:spcPct val="90000"/>
                </a:lnSpc>
                <a:spcAft>
                  <a:spcPts val="600"/>
                </a:spcAft>
              </a:pPr>
              <a:t>14</a:t>
            </a:fld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BDB4D6CF-3705-A69F-2742-0586F76F0F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8649416"/>
              </p:ext>
            </p:extLst>
          </p:nvPr>
        </p:nvGraphicFramePr>
        <p:xfrm>
          <a:off x="1262063" y="2013054"/>
          <a:ext cx="8777329" cy="42014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423629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D9A3-C235-0C80-77CD-167BCAE7B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err="1"/>
              <a:t>Future</a:t>
            </a:r>
            <a:r>
              <a:rPr lang="nl-NL"/>
              <a:t> </a:t>
            </a:r>
            <a:r>
              <a:rPr lang="nl-NL" err="1"/>
              <a:t>directions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A079924-1CAC-4C75-E411-33FB7B2108D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61872" y="1828800"/>
          <a:ext cx="85953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6619914-3270-6111-918F-3CEF02E34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5B80215-FF61-4755-832C-0ADA91C81061}" type="slidenum">
              <a:rPr lang="nl-NL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543279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E3D6BEA9A96B4CAB483414EB31BDFE" ma:contentTypeVersion="11" ma:contentTypeDescription="Create a new document." ma:contentTypeScope="" ma:versionID="548203ff0093629607d36aec8cb33ed7">
  <xsd:schema xmlns:xsd="http://www.w3.org/2001/XMLSchema" xmlns:xs="http://www.w3.org/2001/XMLSchema" xmlns:p="http://schemas.microsoft.com/office/2006/metadata/properties" xmlns:ns3="2f28ad41-d2b5-4b1a-8cf8-df56e9bd2e29" targetNamespace="http://schemas.microsoft.com/office/2006/metadata/properties" ma:root="true" ma:fieldsID="83c3239bfa9995893806d247b91f406f" ns3:_="">
    <xsd:import namespace="2f28ad41-d2b5-4b1a-8cf8-df56e9bd2e2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28ad41-d2b5-4b1a-8cf8-df56e9bd2e2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f28ad41-d2b5-4b1a-8cf8-df56e9bd2e29" xsi:nil="true"/>
  </documentManagement>
</p:properties>
</file>

<file path=customXml/itemProps1.xml><?xml version="1.0" encoding="utf-8"?>
<ds:datastoreItem xmlns:ds="http://schemas.openxmlformats.org/officeDocument/2006/customXml" ds:itemID="{EA0E892A-59B6-4D7B-9A7F-762308122AC2}">
  <ds:schemaRefs>
    <ds:schemaRef ds:uri="2f28ad41-d2b5-4b1a-8cf8-df56e9bd2e2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0FA316E-6874-4459-A7D9-E901C9D5E03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62A1A3C-237B-4D2C-A885-8996DA8DCD42}">
  <ds:schemaRefs>
    <ds:schemaRef ds:uri="http://purl.org/dc/elements/1.1/"/>
    <ds:schemaRef ds:uri="http://www.w3.org/XML/1998/namespace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purl.org/dc/terms/"/>
    <ds:schemaRef ds:uri="2f28ad41-d2b5-4b1a-8cf8-df56e9bd2e2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19</TotalTime>
  <Words>272</Words>
  <Application>Microsoft Office PowerPoint</Application>
  <PresentationFormat>Widescreen</PresentationFormat>
  <Paragraphs>105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Calibri,Sans-Serif</vt:lpstr>
      <vt:lpstr>Century Schoolbook</vt:lpstr>
      <vt:lpstr>Wingdings 2</vt:lpstr>
      <vt:lpstr>View</vt:lpstr>
      <vt:lpstr>Emotion pipeline</vt:lpstr>
      <vt:lpstr>Contents</vt:lpstr>
      <vt:lpstr>Business</vt:lpstr>
      <vt:lpstr>The data</vt:lpstr>
      <vt:lpstr>Speech to text</vt:lpstr>
      <vt:lpstr>Features</vt:lpstr>
      <vt:lpstr>Features</vt:lpstr>
      <vt:lpstr>Models </vt:lpstr>
      <vt:lpstr>Transformer</vt:lpstr>
      <vt:lpstr>Transformer -Results </vt:lpstr>
      <vt:lpstr>Machine Translation</vt:lpstr>
      <vt:lpstr>Pipeline Design</vt:lpstr>
      <vt:lpstr>Pipeline Limitations</vt:lpstr>
      <vt:lpstr>Ethical considerations</vt:lpstr>
      <vt:lpstr>Future directions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Brouwer, Jeroen (240915)</dc:creator>
  <cp:lastModifiedBy>koen matthijssen</cp:lastModifiedBy>
  <cp:revision>30</cp:revision>
  <dcterms:created xsi:type="dcterms:W3CDTF">2025-10-22T07:31:27Z</dcterms:created>
  <dcterms:modified xsi:type="dcterms:W3CDTF">2025-10-31T13:11:06Z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0x010100E6E3D6BEA9A96B4CAB483414EB31BDFE</vt:lpwstr>
  </property>
</Properties>
</file>